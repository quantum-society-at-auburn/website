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66" r:id="rId6"/>
    <p:sldId id="257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3D7B"/>
    <a:srgbClr val="121125"/>
    <a:srgbClr val="343169"/>
    <a:srgbClr val="1F1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6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lok Chatterjee" userId="S::szc0292@auburn.edu::1a359f03-4381-4291-92f2-ec9e18b04f6e" providerId="AD" clId="Web-{76902C92-6268-4EC4-8F03-AB300AE0ED74}"/>
    <pc:docChg chg="modSld addMainMaster delMainMaster">
      <pc:chgData name="Shlok Chatterjee" userId="S::szc0292@auburn.edu::1a359f03-4381-4291-92f2-ec9e18b04f6e" providerId="AD" clId="Web-{76902C92-6268-4EC4-8F03-AB300AE0ED74}" dt="2026-09-01T01:31:09.987" v="111" actId="20577"/>
      <pc:docMkLst>
        <pc:docMk/>
      </pc:docMkLst>
      <pc:sldChg chg="addSp delSp modSp mod setBg modClrScheme chgLayout">
        <pc:chgData name="Shlok Chatterjee" userId="S::szc0292@auburn.edu::1a359f03-4381-4291-92f2-ec9e18b04f6e" providerId="AD" clId="Web-{76902C92-6268-4EC4-8F03-AB300AE0ED74}" dt="2026-09-01T01:31:09.987" v="111" actId="20577"/>
        <pc:sldMkLst>
          <pc:docMk/>
          <pc:sldMk cId="1505124366" sldId="256"/>
        </pc:sldMkLst>
        <pc:spChg chg="add mod">
          <ac:chgData name="Shlok Chatterjee" userId="S::szc0292@auburn.edu::1a359f03-4381-4291-92f2-ec9e18b04f6e" providerId="AD" clId="Web-{76902C92-6268-4EC4-8F03-AB300AE0ED74}" dt="2026-09-01T01:31:09.987" v="111" actId="20577"/>
          <ac:spMkLst>
            <pc:docMk/>
            <pc:sldMk cId="1505124366" sldId="256"/>
            <ac:spMk id="11" creationId="{2FE9FF85-0124-FED5-7DC2-ADC836D2BDAE}"/>
          </ac:spMkLst>
        </pc:spChg>
        <pc:picChg chg="add mod modCrop">
          <ac:chgData name="Shlok Chatterjee" userId="S::szc0292@auburn.edu::1a359f03-4381-4291-92f2-ec9e18b04f6e" providerId="AD" clId="Web-{76902C92-6268-4EC4-8F03-AB300AE0ED74}" dt="2026-09-01T01:30:29.406" v="58" actId="1076"/>
          <ac:picMkLst>
            <pc:docMk/>
            <pc:sldMk cId="1505124366" sldId="256"/>
            <ac:picMk id="10" creationId="{9C715E07-493E-9B05-C5E0-589925A6145E}"/>
          </ac:picMkLst>
        </pc:picChg>
      </pc:sldChg>
      <pc:sldMasterChg chg="add del addSldLayout delSldLayout">
        <pc:chgData name="Shlok Chatterjee" userId="S::szc0292@auburn.edu::1a359f03-4381-4291-92f2-ec9e18b04f6e" providerId="AD" clId="Web-{76902C92-6268-4EC4-8F03-AB300AE0ED74}" dt="2026-09-01T01:26:48.827" v="35"/>
        <pc:sldMasterMkLst>
          <pc:docMk/>
          <pc:sldMasterMk cId="4001907872" sldId="2147483648"/>
        </pc:sldMasterMkLst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723180890" sldId="2147483649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826809328" sldId="2147483650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463548677" sldId="2147483651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2123646467" sldId="2147483652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326314443" sldId="2147483653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2162112105" sldId="2147483654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2861841181" sldId="2147483655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684363774" sldId="2147483656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1892894297" sldId="2147483657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3681986320" sldId="2147483658"/>
          </pc:sldLayoutMkLst>
        </pc:sldLayoutChg>
        <pc:sldLayoutChg chg="add del">
          <pc:chgData name="Shlok Chatterjee" userId="S::szc0292@auburn.edu::1a359f03-4381-4291-92f2-ec9e18b04f6e" providerId="AD" clId="Web-{76902C92-6268-4EC4-8F03-AB300AE0ED74}" dt="2026-09-01T01:26:48.827" v="35"/>
          <pc:sldLayoutMkLst>
            <pc:docMk/>
            <pc:sldMasterMk cId="4001907872" sldId="2147483648"/>
            <pc:sldLayoutMk cId="4287158075" sldId="2147483659"/>
          </pc:sldLayoutMkLst>
        </pc:sldLayoutChg>
      </pc:sldMasterChg>
    </pc:docChg>
  </pc:docChgLst>
  <pc:docChgLst>
    <pc:chgData name="Shlok Chatterjee" userId="1a359f03-4381-4291-92f2-ec9e18b04f6e" providerId="ADAL" clId="{142FBF24-FA81-4AB4-AB0B-862216B20CE9}"/>
    <pc:docChg chg="custSel addSld delSld modSld modMainMaster">
      <pc:chgData name="Shlok Chatterjee" userId="1a359f03-4381-4291-92f2-ec9e18b04f6e" providerId="ADAL" clId="{142FBF24-FA81-4AB4-AB0B-862216B20CE9}" dt="2026-09-09T21:58:18.853" v="125" actId="478"/>
      <pc:docMkLst>
        <pc:docMk/>
      </pc:docMkLst>
      <pc:sldChg chg="addSp modSp setBg">
        <pc:chgData name="Shlok Chatterjee" userId="1a359f03-4381-4291-92f2-ec9e18b04f6e" providerId="ADAL" clId="{142FBF24-FA81-4AB4-AB0B-862216B20CE9}" dt="2026-09-01T18:16:33.796" v="3"/>
        <pc:sldMkLst>
          <pc:docMk/>
          <pc:sldMk cId="1505124366" sldId="256"/>
        </pc:sldMkLst>
        <pc:spChg chg="mod">
          <ac:chgData name="Shlok Chatterjee" userId="1a359f03-4381-4291-92f2-ec9e18b04f6e" providerId="ADAL" clId="{142FBF24-FA81-4AB4-AB0B-862216B20CE9}" dt="2026-09-01T01:32:40.365" v="0"/>
          <ac:spMkLst>
            <pc:docMk/>
            <pc:sldMk cId="1505124366" sldId="256"/>
            <ac:spMk id="11" creationId="{2FE9FF85-0124-FED5-7DC2-ADC836D2BDAE}"/>
          </ac:spMkLst>
        </pc:spChg>
      </pc:sldChg>
      <pc:sldChg chg="addSp delSp modSp setBg">
        <pc:chgData name="Shlok Chatterjee" userId="1a359f03-4381-4291-92f2-ec9e18b04f6e" providerId="ADAL" clId="{142FBF24-FA81-4AB4-AB0B-862216B20CE9}" dt="2026-09-02T18:56:51.373" v="121"/>
        <pc:sldMkLst>
          <pc:docMk/>
          <pc:sldMk cId="4156853726" sldId="257"/>
        </pc:sldMkLst>
        <pc:spChg chg="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14" creationId="{725C659A-B147-B486-2758-35137ADE16B8}"/>
          </ac:spMkLst>
        </pc:spChg>
        <pc:spChg chg="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16" creationId="{C3A37F02-B455-52BE-F753-46EFAB643836}"/>
          </ac:spMkLst>
        </pc:spChg>
        <pc:spChg chg="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18" creationId="{FBAD3010-B4AC-7D38-179E-57570BDBCB4E}"/>
          </ac:spMkLst>
        </pc:spChg>
        <pc:spChg chg="mod">
          <ac:chgData name="Shlok Chatterjee" userId="1a359f03-4381-4291-92f2-ec9e18b04f6e" providerId="ADAL" clId="{142FBF24-FA81-4AB4-AB0B-862216B20CE9}" dt="2026-09-02T18:56:51.373" v="121"/>
          <ac:spMkLst>
            <pc:docMk/>
            <pc:sldMk cId="4156853726" sldId="257"/>
            <ac:spMk id="20" creationId="{0F3C8524-F867-E3DD-F668-76FA147E320C}"/>
          </ac:spMkLst>
        </pc:spChg>
        <pc:spChg chg="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24" creationId="{A29F5B6E-A3D4-14AD-E701-E7275348B6DA}"/>
          </ac:spMkLst>
        </pc:spChg>
        <pc:spChg chg="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26" creationId="{209BF7EC-A515-483E-57E5-84EADCCD410D}"/>
          </ac:spMkLst>
        </pc:spChg>
        <pc:spChg chg="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30" creationId="{2DD38E28-1020-2D5C-3C56-5212C61C6E6A}"/>
          </ac:spMkLst>
        </pc:spChg>
        <pc:spChg chg="add 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37" creationId="{934180C8-6747-07C3-903C-95F3311C6C28}"/>
          </ac:spMkLst>
        </pc:spChg>
        <pc:spChg chg="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44" creationId="{0CD2083D-65F8-5559-9A98-AF630D3FDC24}"/>
          </ac:spMkLst>
        </pc:spChg>
        <pc:spChg chg="mod">
          <ac:chgData name="Shlok Chatterjee" userId="1a359f03-4381-4291-92f2-ec9e18b04f6e" providerId="ADAL" clId="{142FBF24-FA81-4AB4-AB0B-862216B20CE9}" dt="2026-09-02T15:45:20.465" v="67" actId="2711"/>
          <ac:spMkLst>
            <pc:docMk/>
            <pc:sldMk cId="4156853726" sldId="257"/>
            <ac:spMk id="46" creationId="{4AB6F1B8-0397-293F-A968-5FC684E9E408}"/>
          </ac:spMkLst>
        </pc:spChg>
      </pc:sldChg>
      <pc:sldChg chg="addSp delSp modSp">
        <pc:chgData name="Shlok Chatterjee" userId="1a359f03-4381-4291-92f2-ec9e18b04f6e" providerId="ADAL" clId="{142FBF24-FA81-4AB4-AB0B-862216B20CE9}" dt="2026-09-02T15:53:29.644" v="96"/>
        <pc:sldMkLst>
          <pc:docMk/>
          <pc:sldMk cId="2708800584" sldId="263"/>
        </pc:sldMkLst>
        <pc:spChg chg="mod">
          <ac:chgData name="Shlok Chatterjee" userId="1a359f03-4381-4291-92f2-ec9e18b04f6e" providerId="ADAL" clId="{142FBF24-FA81-4AB4-AB0B-862216B20CE9}" dt="2026-09-02T06:39:23.836" v="51" actId="20577"/>
          <ac:spMkLst>
            <pc:docMk/>
            <pc:sldMk cId="2708800584" sldId="263"/>
            <ac:spMk id="3" creationId="{0A0040A0-BAE2-DBAD-83F2-02CCC207C506}"/>
          </ac:spMkLst>
        </pc:spChg>
        <pc:spChg chg="mod">
          <ac:chgData name="Shlok Chatterjee" userId="1a359f03-4381-4291-92f2-ec9e18b04f6e" providerId="ADAL" clId="{142FBF24-FA81-4AB4-AB0B-862216B20CE9}" dt="2026-09-02T15:52:26.267" v="94"/>
          <ac:spMkLst>
            <pc:docMk/>
            <pc:sldMk cId="2708800584" sldId="263"/>
            <ac:spMk id="25" creationId="{18554CCB-55F5-4EE6-4A90-EBCA49EC8A81}"/>
          </ac:spMkLst>
        </pc:spChg>
        <pc:spChg chg="mod">
          <ac:chgData name="Shlok Chatterjee" userId="1a359f03-4381-4291-92f2-ec9e18b04f6e" providerId="ADAL" clId="{142FBF24-FA81-4AB4-AB0B-862216B20CE9}" dt="2026-09-02T15:53:14.543" v="95"/>
          <ac:spMkLst>
            <pc:docMk/>
            <pc:sldMk cId="2708800584" sldId="263"/>
            <ac:spMk id="36" creationId="{2F231CAF-1CE1-2096-4C10-22D3EAFBE893}"/>
          </ac:spMkLst>
        </pc:spChg>
        <pc:spChg chg="add mod">
          <ac:chgData name="Shlok Chatterjee" userId="1a359f03-4381-4291-92f2-ec9e18b04f6e" providerId="ADAL" clId="{142FBF24-FA81-4AB4-AB0B-862216B20CE9}" dt="2026-09-02T15:53:29.644" v="96"/>
          <ac:spMkLst>
            <pc:docMk/>
            <pc:sldMk cId="2708800584" sldId="263"/>
            <ac:spMk id="54" creationId="{EA7634C6-3AA6-769B-E0FB-5767B6A9D413}"/>
          </ac:spMkLst>
        </pc:spChg>
      </pc:sldChg>
      <pc:sldChg chg="addSp delSp modSp">
        <pc:chgData name="Shlok Chatterjee" userId="1a359f03-4381-4291-92f2-ec9e18b04f6e" providerId="ADAL" clId="{142FBF24-FA81-4AB4-AB0B-862216B20CE9}" dt="2026-09-02T16:23:16.247" v="97"/>
        <pc:sldMkLst>
          <pc:docMk/>
          <pc:sldMk cId="3662557721" sldId="264"/>
        </pc:sldMkLst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10" creationId="{C94DEDC7-B486-DA29-961E-E3EFE3D4ED35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37" creationId="{C05DAD7E-17C8-A19E-1485-0EB8EAFE8BEF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39" creationId="{CDA38E58-4B8C-F29B-6BB4-878E3C9066AA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45" creationId="{0F692438-C20E-1132-FA56-D7C6526D219A}"/>
          </ac:spMkLst>
        </pc:spChg>
        <pc:spChg chg="mod">
          <ac:chgData name="Shlok Chatterjee" userId="1a359f03-4381-4291-92f2-ec9e18b04f6e" providerId="ADAL" clId="{142FBF24-FA81-4AB4-AB0B-862216B20CE9}" dt="2026-09-02T16:23:16.247" v="97"/>
          <ac:spMkLst>
            <pc:docMk/>
            <pc:sldMk cId="3662557721" sldId="264"/>
            <ac:spMk id="47" creationId="{4FF7BF0D-4114-A006-C26C-9883C0712F06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53" creationId="{76F0D2C6-98A1-6809-6D6E-F1252C46D6BF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55" creationId="{B756E7F4-B33D-E6D5-3C77-3799D80E7154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61" creationId="{457B5A98-21C2-1DC4-3C0E-A4086124D040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63" creationId="{4E870976-7AF7-3C13-A51E-892349FD3C5B}"/>
          </ac:spMkLst>
        </pc:spChg>
        <pc:spChg chg="mod">
          <ac:chgData name="Shlok Chatterjee" userId="1a359f03-4381-4291-92f2-ec9e18b04f6e" providerId="ADAL" clId="{142FBF24-FA81-4AB4-AB0B-862216B20CE9}" dt="2026-09-02T15:45:05.951" v="66" actId="2711"/>
          <ac:spMkLst>
            <pc:docMk/>
            <pc:sldMk cId="3662557721" sldId="264"/>
            <ac:spMk id="71" creationId="{4C5215A8-DC57-FB7F-C422-5976067CA9D6}"/>
          </ac:spMkLst>
        </pc:spChg>
        <pc:picChg chg="add">
          <ac:chgData name="Shlok Chatterjee" userId="1a359f03-4381-4291-92f2-ec9e18b04f6e" providerId="ADAL" clId="{142FBF24-FA81-4AB4-AB0B-862216B20CE9}" dt="2026-09-02T15:38:01.278" v="57"/>
          <ac:picMkLst>
            <pc:docMk/>
            <pc:sldMk cId="3662557721" sldId="264"/>
            <ac:picMk id="75" creationId="{05E62ABC-67F8-1DBD-CB94-A495A7EF0673}"/>
          </ac:picMkLst>
        </pc:picChg>
      </pc:sldChg>
      <pc:sldChg chg="addSp modSp">
        <pc:chgData name="Shlok Chatterjee" userId="1a359f03-4381-4291-92f2-ec9e18b04f6e" providerId="ADAL" clId="{142FBF24-FA81-4AB4-AB0B-862216B20CE9}" dt="2026-09-02T16:46:52.453" v="120"/>
        <pc:sldMkLst>
          <pc:docMk/>
          <pc:sldMk cId="4172427973" sldId="265"/>
        </pc:sldMkLst>
        <pc:spChg chg="add mod">
          <ac:chgData name="Shlok Chatterjee" userId="1a359f03-4381-4291-92f2-ec9e18b04f6e" providerId="ADAL" clId="{142FBF24-FA81-4AB4-AB0B-862216B20CE9}" dt="2026-09-02T16:40:57.704" v="98"/>
          <ac:spMkLst>
            <pc:docMk/>
            <pc:sldMk cId="4172427973" sldId="265"/>
            <ac:spMk id="8" creationId="{8B66E563-2C7D-62D3-1C8C-C434C1A97ED7}"/>
          </ac:spMkLst>
        </pc:spChg>
        <pc:spChg chg="add mod">
          <ac:chgData name="Shlok Chatterjee" userId="1a359f03-4381-4291-92f2-ec9e18b04f6e" providerId="ADAL" clId="{142FBF24-FA81-4AB4-AB0B-862216B20CE9}" dt="2026-09-02T16:41:10.586" v="99"/>
          <ac:spMkLst>
            <pc:docMk/>
            <pc:sldMk cId="4172427973" sldId="265"/>
            <ac:spMk id="9" creationId="{BE96E6FC-E5C9-3526-B643-E8F81383B28F}"/>
          </ac:spMkLst>
        </pc:spChg>
        <pc:spChg chg="add mod">
          <ac:chgData name="Shlok Chatterjee" userId="1a359f03-4381-4291-92f2-ec9e18b04f6e" providerId="ADAL" clId="{142FBF24-FA81-4AB4-AB0B-862216B20CE9}" dt="2026-09-02T16:41:21.411" v="100"/>
          <ac:spMkLst>
            <pc:docMk/>
            <pc:sldMk cId="4172427973" sldId="265"/>
            <ac:spMk id="10" creationId="{4C6B9BB7-CCBB-0220-E50A-AF2DD410A455}"/>
          </ac:spMkLst>
        </pc:spChg>
        <pc:spChg chg="add mod">
          <ac:chgData name="Shlok Chatterjee" userId="1a359f03-4381-4291-92f2-ec9e18b04f6e" providerId="ADAL" clId="{142FBF24-FA81-4AB4-AB0B-862216B20CE9}" dt="2026-09-02T16:41:25.059" v="101"/>
          <ac:spMkLst>
            <pc:docMk/>
            <pc:sldMk cId="4172427973" sldId="265"/>
            <ac:spMk id="11" creationId="{6FAC665E-ECCA-1FA9-C95E-D471D04D97E0}"/>
          </ac:spMkLst>
        </pc:spChg>
        <pc:spChg chg="add mod">
          <ac:chgData name="Shlok Chatterjee" userId="1a359f03-4381-4291-92f2-ec9e18b04f6e" providerId="ADAL" clId="{142FBF24-FA81-4AB4-AB0B-862216B20CE9}" dt="2026-09-02T16:42:25.334" v="102"/>
          <ac:spMkLst>
            <pc:docMk/>
            <pc:sldMk cId="4172427973" sldId="265"/>
            <ac:spMk id="12" creationId="{7AB2BBA2-8995-836F-785D-61FFD35C9782}"/>
          </ac:spMkLst>
        </pc:spChg>
        <pc:spChg chg="add mod">
          <ac:chgData name="Shlok Chatterjee" userId="1a359f03-4381-4291-92f2-ec9e18b04f6e" providerId="ADAL" clId="{142FBF24-FA81-4AB4-AB0B-862216B20CE9}" dt="2026-09-02T16:42:27.453" v="103"/>
          <ac:spMkLst>
            <pc:docMk/>
            <pc:sldMk cId="4172427973" sldId="265"/>
            <ac:spMk id="13" creationId="{0FF12569-3EAA-C211-A5FD-8A8BC35190E9}"/>
          </ac:spMkLst>
        </pc:spChg>
        <pc:spChg chg="add mod">
          <ac:chgData name="Shlok Chatterjee" userId="1a359f03-4381-4291-92f2-ec9e18b04f6e" providerId="ADAL" clId="{142FBF24-FA81-4AB4-AB0B-862216B20CE9}" dt="2026-09-02T16:42:36.357" v="104"/>
          <ac:spMkLst>
            <pc:docMk/>
            <pc:sldMk cId="4172427973" sldId="265"/>
            <ac:spMk id="15" creationId="{C9030CC2-D7C5-B07E-1A76-93E9362FDE78}"/>
          </ac:spMkLst>
        </pc:spChg>
        <pc:spChg chg="add mod">
          <ac:chgData name="Shlok Chatterjee" userId="1a359f03-4381-4291-92f2-ec9e18b04f6e" providerId="ADAL" clId="{142FBF24-FA81-4AB4-AB0B-862216B20CE9}" dt="2026-09-02T16:43:10.367" v="105"/>
          <ac:spMkLst>
            <pc:docMk/>
            <pc:sldMk cId="4172427973" sldId="265"/>
            <ac:spMk id="17" creationId="{6125A2DC-C591-1ED5-491C-3D9F0AE9F4F8}"/>
          </ac:spMkLst>
        </pc:spChg>
        <pc:spChg chg="add mod">
          <ac:chgData name="Shlok Chatterjee" userId="1a359f03-4381-4291-92f2-ec9e18b04f6e" providerId="ADAL" clId="{142FBF24-FA81-4AB4-AB0B-862216B20CE9}" dt="2026-09-02T16:45:35.650" v="107"/>
          <ac:spMkLst>
            <pc:docMk/>
            <pc:sldMk cId="4172427973" sldId="265"/>
            <ac:spMk id="21" creationId="{2AE8C090-700D-2F55-B3D2-8047F94E770B}"/>
          </ac:spMkLst>
        </pc:spChg>
        <pc:spChg chg="add mod">
          <ac:chgData name="Shlok Chatterjee" userId="1a359f03-4381-4291-92f2-ec9e18b04f6e" providerId="ADAL" clId="{142FBF24-FA81-4AB4-AB0B-862216B20CE9}" dt="2026-09-02T16:45:48.139" v="108"/>
          <ac:spMkLst>
            <pc:docMk/>
            <pc:sldMk cId="4172427973" sldId="265"/>
            <ac:spMk id="22" creationId="{F35731E2-57F2-576C-ACD2-8A9CD85E2427}"/>
          </ac:spMkLst>
        </pc:spChg>
        <pc:spChg chg="add mod">
          <ac:chgData name="Shlok Chatterjee" userId="1a359f03-4381-4291-92f2-ec9e18b04f6e" providerId="ADAL" clId="{142FBF24-FA81-4AB4-AB0B-862216B20CE9}" dt="2026-09-02T16:45:48.723" v="109"/>
          <ac:spMkLst>
            <pc:docMk/>
            <pc:sldMk cId="4172427973" sldId="265"/>
            <ac:spMk id="23" creationId="{93BAD4A0-B405-9F8C-19A2-5EA3E5E1EE68}"/>
          </ac:spMkLst>
        </pc:spChg>
        <pc:spChg chg="add mod">
          <ac:chgData name="Shlok Chatterjee" userId="1a359f03-4381-4291-92f2-ec9e18b04f6e" providerId="ADAL" clId="{142FBF24-FA81-4AB4-AB0B-862216B20CE9}" dt="2026-09-02T16:45:48.922" v="110"/>
          <ac:spMkLst>
            <pc:docMk/>
            <pc:sldMk cId="4172427973" sldId="265"/>
            <ac:spMk id="24" creationId="{53831F10-9457-8BE6-C7F0-17045D7A6889}"/>
          </ac:spMkLst>
        </pc:spChg>
        <pc:spChg chg="add mod">
          <ac:chgData name="Shlok Chatterjee" userId="1a359f03-4381-4291-92f2-ec9e18b04f6e" providerId="ADAL" clId="{142FBF24-FA81-4AB4-AB0B-862216B20CE9}" dt="2026-09-02T16:45:49.080" v="111"/>
          <ac:spMkLst>
            <pc:docMk/>
            <pc:sldMk cId="4172427973" sldId="265"/>
            <ac:spMk id="25" creationId="{AD79C6B0-4893-B9A3-5FF3-2D5705C4CA76}"/>
          </ac:spMkLst>
        </pc:spChg>
        <pc:spChg chg="add mod">
          <ac:chgData name="Shlok Chatterjee" userId="1a359f03-4381-4291-92f2-ec9e18b04f6e" providerId="ADAL" clId="{142FBF24-FA81-4AB4-AB0B-862216B20CE9}" dt="2026-09-02T16:45:49.252" v="112"/>
          <ac:spMkLst>
            <pc:docMk/>
            <pc:sldMk cId="4172427973" sldId="265"/>
            <ac:spMk id="26" creationId="{2B2C31D1-1E88-604B-0519-B3BB77574CC6}"/>
          </ac:spMkLst>
        </pc:spChg>
        <pc:spChg chg="add mod">
          <ac:chgData name="Shlok Chatterjee" userId="1a359f03-4381-4291-92f2-ec9e18b04f6e" providerId="ADAL" clId="{142FBF24-FA81-4AB4-AB0B-862216B20CE9}" dt="2026-09-02T16:45:49.393" v="113"/>
          <ac:spMkLst>
            <pc:docMk/>
            <pc:sldMk cId="4172427973" sldId="265"/>
            <ac:spMk id="27" creationId="{0B9B6D68-30BC-C06E-A398-EF56D3D7F984}"/>
          </ac:spMkLst>
        </pc:spChg>
        <pc:spChg chg="add mod">
          <ac:chgData name="Shlok Chatterjee" userId="1a359f03-4381-4291-92f2-ec9e18b04f6e" providerId="ADAL" clId="{142FBF24-FA81-4AB4-AB0B-862216B20CE9}" dt="2026-09-02T16:45:49.538" v="114"/>
          <ac:spMkLst>
            <pc:docMk/>
            <pc:sldMk cId="4172427973" sldId="265"/>
            <ac:spMk id="28" creationId="{0E6E5907-DA11-7DEE-D95E-1F00FB01D618}"/>
          </ac:spMkLst>
        </pc:spChg>
        <pc:spChg chg="add mod">
          <ac:chgData name="Shlok Chatterjee" userId="1a359f03-4381-4291-92f2-ec9e18b04f6e" providerId="ADAL" clId="{142FBF24-FA81-4AB4-AB0B-862216B20CE9}" dt="2026-09-02T16:45:49.681" v="115"/>
          <ac:spMkLst>
            <pc:docMk/>
            <pc:sldMk cId="4172427973" sldId="265"/>
            <ac:spMk id="29" creationId="{968F585F-5CEF-97EF-8E84-62DB07F0A9CF}"/>
          </ac:spMkLst>
        </pc:spChg>
        <pc:spChg chg="add mod">
          <ac:chgData name="Shlok Chatterjee" userId="1a359f03-4381-4291-92f2-ec9e18b04f6e" providerId="ADAL" clId="{142FBF24-FA81-4AB4-AB0B-862216B20CE9}" dt="2026-09-02T16:45:49.835" v="116"/>
          <ac:spMkLst>
            <pc:docMk/>
            <pc:sldMk cId="4172427973" sldId="265"/>
            <ac:spMk id="30" creationId="{D7205EC0-6586-6CBD-ABE5-EED2115FF986}"/>
          </ac:spMkLst>
        </pc:spChg>
        <pc:spChg chg="add mod">
          <ac:chgData name="Shlok Chatterjee" userId="1a359f03-4381-4291-92f2-ec9e18b04f6e" providerId="ADAL" clId="{142FBF24-FA81-4AB4-AB0B-862216B20CE9}" dt="2026-09-02T16:46:10.062" v="117"/>
          <ac:spMkLst>
            <pc:docMk/>
            <pc:sldMk cId="4172427973" sldId="265"/>
            <ac:spMk id="31" creationId="{9F2BE0E7-E281-28AB-5E32-CF10B483B436}"/>
          </ac:spMkLst>
        </pc:spChg>
        <pc:spChg chg="add mod">
          <ac:chgData name="Shlok Chatterjee" userId="1a359f03-4381-4291-92f2-ec9e18b04f6e" providerId="ADAL" clId="{142FBF24-FA81-4AB4-AB0B-862216B20CE9}" dt="2026-09-02T16:46:31.731" v="118"/>
          <ac:spMkLst>
            <pc:docMk/>
            <pc:sldMk cId="4172427973" sldId="265"/>
            <ac:spMk id="32" creationId="{C06CBADF-4363-D2DE-9456-9E262D5B6B1A}"/>
          </ac:spMkLst>
        </pc:spChg>
        <pc:spChg chg="add mod">
          <ac:chgData name="Shlok Chatterjee" userId="1a359f03-4381-4291-92f2-ec9e18b04f6e" providerId="ADAL" clId="{142FBF24-FA81-4AB4-AB0B-862216B20CE9}" dt="2026-09-02T16:46:45.323" v="119"/>
          <ac:spMkLst>
            <pc:docMk/>
            <pc:sldMk cId="4172427973" sldId="265"/>
            <ac:spMk id="33" creationId="{92B8411E-9286-E4B6-3509-CEA22074982F}"/>
          </ac:spMkLst>
        </pc:spChg>
        <pc:spChg chg="add mod">
          <ac:chgData name="Shlok Chatterjee" userId="1a359f03-4381-4291-92f2-ec9e18b04f6e" providerId="ADAL" clId="{142FBF24-FA81-4AB4-AB0B-862216B20CE9}" dt="2026-09-02T16:46:52.453" v="120"/>
          <ac:spMkLst>
            <pc:docMk/>
            <pc:sldMk cId="4172427973" sldId="265"/>
            <ac:spMk id="34" creationId="{B8D5E2A9-6375-37F5-45E5-86AC0E8354B9}"/>
          </ac:spMkLst>
        </pc:spChg>
      </pc:sldChg>
      <pc:sldChg chg="addSp delSp modSp mod">
        <pc:chgData name="Shlok Chatterjee" userId="1a359f03-4381-4291-92f2-ec9e18b04f6e" providerId="ADAL" clId="{142FBF24-FA81-4AB4-AB0B-862216B20CE9}" dt="2026-09-09T21:58:18.853" v="125" actId="478"/>
        <pc:sldMkLst>
          <pc:docMk/>
          <pc:sldMk cId="2652251664" sldId="266"/>
        </pc:sldMkLst>
        <pc:spChg chg="del mod">
          <ac:chgData name="Shlok Chatterjee" userId="1a359f03-4381-4291-92f2-ec9e18b04f6e" providerId="ADAL" clId="{142FBF24-FA81-4AB4-AB0B-862216B20CE9}" dt="2026-09-09T21:58:18.853" v="125" actId="478"/>
          <ac:spMkLst>
            <pc:docMk/>
            <pc:sldMk cId="2652251664" sldId="266"/>
            <ac:spMk id="5" creationId="{ECCC0483-732F-A53B-F14F-B15E503BF622}"/>
          </ac:spMkLst>
        </pc:spChg>
        <pc:spChg chg="add">
          <ac:chgData name="Shlok Chatterjee" userId="1a359f03-4381-4291-92f2-ec9e18b04f6e" providerId="ADAL" clId="{142FBF24-FA81-4AB4-AB0B-862216B20CE9}" dt="2026-09-09T21:58:15.356" v="122" actId="22"/>
          <ac:spMkLst>
            <pc:docMk/>
            <pc:sldMk cId="2652251664" sldId="266"/>
            <ac:spMk id="7" creationId="{C38A31B8-D36E-BE0E-8980-2D0285385D28}"/>
          </ac:spMkLst>
        </pc:spChg>
        <pc:spChg chg="add">
          <ac:chgData name="Shlok Chatterjee" userId="1a359f03-4381-4291-92f2-ec9e18b04f6e" providerId="ADAL" clId="{142FBF24-FA81-4AB4-AB0B-862216B20CE9}" dt="2026-09-09T21:58:15.356" v="122" actId="22"/>
          <ac:spMkLst>
            <pc:docMk/>
            <pc:sldMk cId="2652251664" sldId="266"/>
            <ac:spMk id="11" creationId="{9977E688-51A6-0A3F-81FE-3DD450C87FF0}"/>
          </ac:spMkLst>
        </pc:spChg>
        <pc:picChg chg="del">
          <ac:chgData name="Shlok Chatterjee" userId="1a359f03-4381-4291-92f2-ec9e18b04f6e" providerId="ADAL" clId="{142FBF24-FA81-4AB4-AB0B-862216B20CE9}" dt="2026-09-09T21:58:16.897" v="123" actId="478"/>
          <ac:picMkLst>
            <pc:docMk/>
            <pc:sldMk cId="2652251664" sldId="266"/>
            <ac:picMk id="3" creationId="{8BDE3EEA-BE61-7318-7DB7-CA7FB7DC85C8}"/>
          </ac:picMkLst>
        </pc:picChg>
        <pc:picChg chg="add">
          <ac:chgData name="Shlok Chatterjee" userId="1a359f03-4381-4291-92f2-ec9e18b04f6e" providerId="ADAL" clId="{142FBF24-FA81-4AB4-AB0B-862216B20CE9}" dt="2026-09-09T21:58:15.356" v="122" actId="22"/>
          <ac:picMkLst>
            <pc:docMk/>
            <pc:sldMk cId="2652251664" sldId="266"/>
            <ac:picMk id="4" creationId="{C5FA5656-59EC-7AF2-0730-4C91DCE73E89}"/>
          </ac:picMkLst>
        </pc:picChg>
        <pc:picChg chg="add">
          <ac:chgData name="Shlok Chatterjee" userId="1a359f03-4381-4291-92f2-ec9e18b04f6e" providerId="ADAL" clId="{142FBF24-FA81-4AB4-AB0B-862216B20CE9}" dt="2026-09-09T21:58:15.356" v="122" actId="22"/>
          <ac:picMkLst>
            <pc:docMk/>
            <pc:sldMk cId="2652251664" sldId="266"/>
            <ac:picMk id="9" creationId="{5C2A5C1E-98C9-D6CD-EDB7-D9CB363DBDAC}"/>
          </ac:picMkLst>
        </pc:picChg>
      </pc:sldChg>
      <pc:sldMasterChg chg="setBg modSldLayout">
        <pc:chgData name="Shlok Chatterjee" userId="1a359f03-4381-4291-92f2-ec9e18b04f6e" providerId="ADAL" clId="{142FBF24-FA81-4AB4-AB0B-862216B20CE9}" dt="2026-09-01T18:16:29.123" v="2"/>
        <pc:sldMasterMkLst>
          <pc:docMk/>
          <pc:sldMasterMk cId="4001907872" sldId="2147483648"/>
        </pc:sldMasterMkLst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723180890" sldId="2147483649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826809328" sldId="2147483650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463548677" sldId="2147483651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2123646467" sldId="2147483652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326314443" sldId="2147483653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2162112105" sldId="2147483654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2861841181" sldId="2147483655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684363774" sldId="2147483656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1892894297" sldId="2147483657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3681986320" sldId="2147483658"/>
          </pc:sldLayoutMkLst>
        </pc:sldLayoutChg>
        <pc:sldLayoutChg chg="setBg">
          <pc:chgData name="Shlok Chatterjee" userId="1a359f03-4381-4291-92f2-ec9e18b04f6e" providerId="ADAL" clId="{142FBF24-FA81-4AB4-AB0B-862216B20CE9}" dt="2026-09-01T18:16:29.123" v="2"/>
          <pc:sldLayoutMkLst>
            <pc:docMk/>
            <pc:sldMasterMk cId="4001907872" sldId="2147483648"/>
            <pc:sldLayoutMk cId="4287158075" sldId="2147483659"/>
          </pc:sldLayoutMkLst>
        </pc:sldLayoutChg>
      </pc:sldMasterChg>
    </pc:docChg>
  </pc:docChgLst>
  <pc:docChgLst>
    <pc:chgData name="Jack Elsea" userId="S::jwe0023@auburn.edu::b131062b-0b31-4c99-80ce-b132788587c6" providerId="AD" clId="Web-{9B52D425-C643-3A06-22DC-D3DBE3940317}"/>
    <pc:docChg chg="modSld">
      <pc:chgData name="Jack Elsea" userId="S::jwe0023@auburn.edu::b131062b-0b31-4c99-80ce-b132788587c6" providerId="AD" clId="Web-{9B52D425-C643-3A06-22DC-D3DBE3940317}" dt="2026-09-02T19:45:58.123" v="155" actId="20577"/>
      <pc:docMkLst>
        <pc:docMk/>
      </pc:docMkLst>
      <pc:sldChg chg="modSp">
        <pc:chgData name="Jack Elsea" userId="S::jwe0023@auburn.edu::b131062b-0b31-4c99-80ce-b132788587c6" providerId="AD" clId="Web-{9B52D425-C643-3A06-22DC-D3DBE3940317}" dt="2026-09-02T19:44:35.245" v="147" actId="20577"/>
        <pc:sldMkLst>
          <pc:docMk/>
          <pc:sldMk cId="4156853726" sldId="257"/>
        </pc:sldMkLst>
        <pc:spChg chg="mod">
          <ac:chgData name="Jack Elsea" userId="S::jwe0023@auburn.edu::b131062b-0b31-4c99-80ce-b132788587c6" providerId="AD" clId="Web-{9B52D425-C643-3A06-22DC-D3DBE3940317}" dt="2026-09-02T19:44:35.245" v="147" actId="20577"/>
          <ac:spMkLst>
            <pc:docMk/>
            <pc:sldMk cId="4156853726" sldId="257"/>
            <ac:spMk id="30" creationId="{2DD38E28-1020-2D5C-3C56-5212C61C6E6A}"/>
          </ac:spMkLst>
        </pc:spChg>
      </pc:sldChg>
      <pc:sldChg chg="modSp">
        <pc:chgData name="Jack Elsea" userId="S::jwe0023@auburn.edu::b131062b-0b31-4c99-80ce-b132788587c6" providerId="AD" clId="Web-{9B52D425-C643-3A06-22DC-D3DBE3940317}" dt="2026-09-02T19:45:58.123" v="155" actId="20577"/>
        <pc:sldMkLst>
          <pc:docMk/>
          <pc:sldMk cId="2708800584" sldId="263"/>
        </pc:sldMkLst>
        <pc:spChg chg="mod">
          <ac:chgData name="Jack Elsea" userId="S::jwe0023@auburn.edu::b131062b-0b31-4c99-80ce-b132788587c6" providerId="AD" clId="Web-{9B52D425-C643-3A06-22DC-D3DBE3940317}" dt="2026-09-02T19:45:58.123" v="155" actId="20577"/>
          <ac:spMkLst>
            <pc:docMk/>
            <pc:sldMk cId="2708800584" sldId="263"/>
            <ac:spMk id="25" creationId="{18554CCB-55F5-4EE6-4A90-EBCA49EC8A81}"/>
          </ac:spMkLst>
        </pc:spChg>
        <pc:spChg chg="mod">
          <ac:chgData name="Jack Elsea" userId="S::jwe0023@auburn.edu::b131062b-0b31-4c99-80ce-b132788587c6" providerId="AD" clId="Web-{9B52D425-C643-3A06-22DC-D3DBE3940317}" dt="2026-09-02T19:45:56.060" v="154" actId="20577"/>
          <ac:spMkLst>
            <pc:docMk/>
            <pc:sldMk cId="2708800584" sldId="263"/>
            <ac:spMk id="54" creationId="{EA7634C6-3AA6-769B-E0FB-5767B6A9D4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AD96B-5532-4DCF-80BB-267C63B6CC8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651D3-8DAA-4DEC-BFCD-6DF307F2B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0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5014-7206-7792-B126-DBAC3CB28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F2574-A552-342B-09EF-009AFFE5E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472BC-5910-3BE3-9B0E-F81D2F1F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CECB9-0932-AE96-C043-BBC38E98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A1C3E-FFEE-1ECA-EE3B-F77FA6C9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8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C1A-65E9-1214-FE2F-CA4F2034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6EF6B-1F06-3928-301A-89FDB8FFB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D423-86B5-F35B-BD67-6E18B47B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1E16A-9A2C-13AB-6427-AB6F3276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C005-EFD5-D895-3A5C-454CAADA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0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1BCB3-0D94-C299-847F-F9BB2EFE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D58E5-DF0D-BAE6-BF3B-0ECF3820B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8C64E-B42D-D128-47D9-AE4DB073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B6B7F-2CF5-413F-D44A-9CBB5B31F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8F143-BD18-D8B7-CF8C-EF04E8D3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4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39DA-235E-5A26-3E90-370F650E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9A90C-1AD9-0C1F-CAA9-68ABAEC1C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959D4-C85D-4A31-5ECC-9B9B6813D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656FA-5FE2-2F4C-388E-D203C6DB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51B05-F295-4673-1AFF-C7B417D8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43ECC-DD9B-7378-A024-6CA83F02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4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006E-14A4-6BC4-6BDF-E4F9CF05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9C1D1-44FE-B9F6-D1EB-11C423357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7CC7D-BB1F-8660-9A4D-FB6B04E8F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809C0-554C-BE75-E9A2-27ED39C9D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672F5-0ABD-341F-13A4-F95B9B7AF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69D3A-79F1-724B-FCEB-AAC65661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9B6DA-AC4B-1B36-B9CF-E3C8B1D8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63521-905B-A3A0-F877-B226CA6C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4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1F77-65E2-E223-51AE-59212C0C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918BB-2E05-DBB9-C05C-82B5774CE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57A19-5800-61F6-7E61-6CDFF65E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759D4-FBAA-8CE6-324E-30D22894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1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3A40E-6F02-18F3-06EA-5F56DAD9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00F36-ECF3-266F-86F6-D90F8F51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B2B2-C1AE-FEC1-564A-DAF3E1B1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4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2218-4C31-AF54-D174-9B696F54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CF2EF-336B-689E-14BF-F2A1CC53D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20BF9-DE7E-C1E5-6DFB-9E80ED6AB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0F691-FD71-C1D7-CD99-2D81B7D7C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BBB7A-9446-9E71-EB8A-2778FD88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A4BC0-87B5-E681-FD78-FEECADDE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6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7A93-891D-1045-7F6A-AB6F7901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FC940-6CC4-00E0-C10A-FF27D56B3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8C5A6-6DE0-BE4C-A8F9-4DC8A2D7B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87474-1ED5-E36C-CA77-DA5FA5B2E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5110C-F340-A687-E482-60BDC2E8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D3A3C-306F-D36B-2788-0D6FBBB6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9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5A88-B5E7-0F44-F724-6F6DF2E5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2AFDF-72F8-537B-86D4-FA1B1F992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A88DA-9188-EFAA-3B16-E8F767B3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D811B-482E-B619-61F6-13A9B720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0FA59-83E9-49BC-E95C-B0059601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8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C0516-085F-E3C2-8941-5CD7215DB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ED8CB-EC4E-C007-54CF-D96DEA9BD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EA22F-C19F-9EBD-239B-CAF6285CE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FFC5C-24EE-5CBB-4182-30CAD498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174B-7E3F-0705-01BC-ECC6F449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5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CE9BD-66A4-D35F-3ABD-1D470DF6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C2889-F09F-2E36-8BF8-26F192F2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72166-09A6-AC97-9453-5A85FB432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2543D-025F-4B17-B095-3CCEF694E1CF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98321-D830-619C-EF77-E2E1EB6B9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8AFD9-72AF-2301-4DBD-ACB97D842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EDCBF-F2B9-42C6-9094-586055DFE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0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715E07-493E-9B05-C5E0-589925A614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402" b="358"/>
          <a:stretch>
            <a:fillRect/>
          </a:stretch>
        </p:blipFill>
        <p:spPr>
          <a:xfrm>
            <a:off x="2118702" y="1569427"/>
            <a:ext cx="2448192" cy="27333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E9FF85-0124-FED5-7DC2-ADC836D2BDAE}"/>
              </a:ext>
            </a:extLst>
          </p:cNvPr>
          <p:cNvSpPr txBox="1"/>
          <p:nvPr/>
        </p:nvSpPr>
        <p:spPr>
          <a:xfrm>
            <a:off x="4566894" y="2000701"/>
            <a:ext cx="5814484" cy="143116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uantum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C0C4A9-7382-F449-CDBA-FBFF9AD6DD21}"/>
              </a:ext>
            </a:extLst>
          </p:cNvPr>
          <p:cNvSpPr txBox="1"/>
          <p:nvPr/>
        </p:nvSpPr>
        <p:spPr>
          <a:xfrm>
            <a:off x="4566894" y="3053186"/>
            <a:ext cx="5814484" cy="112338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Society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5DC7F-C43A-D1FC-6487-96E184E1B014}"/>
              </a:ext>
            </a:extLst>
          </p:cNvPr>
          <p:cNvSpPr txBox="1"/>
          <p:nvPr/>
        </p:nvSpPr>
        <p:spPr>
          <a:xfrm>
            <a:off x="4566894" y="3871912"/>
            <a:ext cx="5814484" cy="112338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at Auburn</a:t>
            </a:r>
          </a:p>
        </p:txBody>
      </p:sp>
    </p:spTree>
    <p:extLst>
      <p:ext uri="{BB962C8B-B14F-4D97-AF65-F5344CB8AC3E}">
        <p14:creationId xmlns:p14="http://schemas.microsoft.com/office/powerpoint/2010/main" val="150512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294F-57A8-8DBE-EA7C-92085ADC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eciety&#10;&#10;AI-generated content may be incorrect.">
            <a:extLst>
              <a:ext uri="{FF2B5EF4-FFF2-40B4-BE49-F238E27FC236}">
                <a16:creationId xmlns:a16="http://schemas.microsoft.com/office/drawing/2014/main" id="{C5FA5656-59EC-7AF2-0730-4C91DCE73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186" y="2310457"/>
            <a:ext cx="2683399" cy="2672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8A31B8-D36E-BE0E-8980-2D0285385D28}"/>
              </a:ext>
            </a:extLst>
          </p:cNvPr>
          <p:cNvSpPr txBox="1"/>
          <p:nvPr/>
        </p:nvSpPr>
        <p:spPr>
          <a:xfrm>
            <a:off x="1004246" y="641346"/>
            <a:ext cx="4109277" cy="127727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Join the GroupMe!</a:t>
            </a:r>
          </a:p>
        </p:txBody>
      </p:sp>
      <p:pic>
        <p:nvPicPr>
          <p:cNvPr id="9" name="Picture 8" descr="The image depicts a QR code with a black background, a white square pattern, and a clear, distinct grid of black lines forming a square pattern.&#10;&#10;AI-generated content may be incorrect.">
            <a:extLst>
              <a:ext uri="{FF2B5EF4-FFF2-40B4-BE49-F238E27FC236}">
                <a16:creationId xmlns:a16="http://schemas.microsoft.com/office/drawing/2014/main" id="{5C2A5C1E-98C9-D6CD-EDB7-D9CB363DB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417" y="2351283"/>
            <a:ext cx="2490123" cy="24671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77E688-51A6-0A3F-81FE-3DD450C87FF0}"/>
              </a:ext>
            </a:extLst>
          </p:cNvPr>
          <p:cNvSpPr txBox="1"/>
          <p:nvPr/>
        </p:nvSpPr>
        <p:spPr>
          <a:xfrm>
            <a:off x="6662058" y="641345"/>
            <a:ext cx="4574680" cy="127727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  <a:ea typeface="Kigelia" panose="020B0502040204020203" pitchFamily="34" charset="0"/>
                <a:cs typeface="LilyUPC" panose="020B0604020202020204" pitchFamily="34" charset="-34"/>
              </a:rPr>
              <a:t>Fill out the interest form!</a:t>
            </a:r>
          </a:p>
        </p:txBody>
      </p:sp>
    </p:spTree>
    <p:extLst>
      <p:ext uri="{BB962C8B-B14F-4D97-AF65-F5344CB8AC3E}">
        <p14:creationId xmlns:p14="http://schemas.microsoft.com/office/powerpoint/2010/main" val="265225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A543B2A-3D9F-F44C-FFC6-65A61BC9F2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791099" y="-564357"/>
            <a:ext cx="4826000" cy="5391547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725C659A-B147-B486-2758-35137ADE16B8}"/>
              </a:ext>
            </a:extLst>
          </p:cNvPr>
          <p:cNvSpPr/>
          <p:nvPr/>
        </p:nvSpPr>
        <p:spPr>
          <a:xfrm>
            <a:off x="1943100" y="1486947"/>
            <a:ext cx="2620022" cy="64447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83333"/>
              </a:lnSpc>
            </a:pPr>
            <a:r>
              <a:rPr lang="en-US" sz="5400" kern="0" spc="-60">
                <a:solidFill>
                  <a:srgbClr val="E9E9ED"/>
                </a:solidFill>
                <a:latin typeface="+mj-lt"/>
                <a:ea typeface="Inter" pitchFamily="34" charset="-122"/>
                <a:cs typeface="Inter" pitchFamily="34" charset="-120"/>
              </a:rPr>
              <a:t>Shlok</a:t>
            </a:r>
            <a:endParaRPr lang="en-US" sz="30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3A37F02-B455-52BE-F753-46EFAB643836}"/>
              </a:ext>
            </a:extLst>
          </p:cNvPr>
          <p:cNvSpPr/>
          <p:nvPr/>
        </p:nvSpPr>
        <p:spPr>
          <a:xfrm>
            <a:off x="1943099" y="2127360"/>
            <a:ext cx="2091801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4138"/>
              </a:lnSpc>
            </a:pPr>
            <a:r>
              <a:rPr lang="en-US" sz="2000" kern="0" spc="96">
                <a:solidFill>
                  <a:srgbClr val="9184D9"/>
                </a:solidFill>
                <a:latin typeface="+mj-lt"/>
                <a:ea typeface="Inter" pitchFamily="34" charset="-122"/>
                <a:cs typeface="Inter" pitchFamily="34" charset="-120"/>
              </a:rPr>
              <a:t>President</a:t>
            </a:r>
            <a:endParaRPr lang="en-US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FBAD3010-B4AC-7D38-179E-57570BDBCB4E}"/>
              </a:ext>
            </a:extLst>
          </p:cNvPr>
          <p:cNvSpPr/>
          <p:nvPr/>
        </p:nvSpPr>
        <p:spPr>
          <a:xfrm>
            <a:off x="762000" y="2529346"/>
            <a:ext cx="4635500" cy="84671"/>
          </a:xfrm>
          <a:prstGeom prst="rect">
            <a:avLst/>
          </a:prstGeom>
          <a:solidFill>
            <a:srgbClr val="121125"/>
          </a:soli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F3C8524-F867-E3DD-F668-76FA147E320C}"/>
              </a:ext>
            </a:extLst>
          </p:cNvPr>
          <p:cNvSpPr/>
          <p:nvPr/>
        </p:nvSpPr>
        <p:spPr>
          <a:xfrm>
            <a:off x="762000" y="3039468"/>
            <a:ext cx="4774565" cy="198501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20244"/>
              </a:lnSpc>
            </a:pPr>
            <a:r>
              <a:rPr lang="en-US" sz="1700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I’m a sophomore in computer engineering with minors in math and physics. For almost a year, I’ve been doing research in </a:t>
            </a:r>
            <a:r>
              <a:rPr lang="en-US" sz="1700">
                <a:solidFill>
                  <a:srgbClr val="CFD3E5"/>
                </a:solidFill>
                <a:ea typeface="Inter" pitchFamily="34" charset="-122"/>
                <a:cs typeface="Inter" pitchFamily="34" charset="-120"/>
              </a:rPr>
              <a:t>quantum algorithms and </a:t>
            </a:r>
            <a:r>
              <a:rPr lang="en-US" sz="1700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mathematical foundations of quantum information. </a:t>
            </a:r>
            <a:endParaRPr lang="en-US" sz="17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29F5B6E-A3D4-14AD-E701-E7275348B6DA}"/>
              </a:ext>
            </a:extLst>
          </p:cNvPr>
          <p:cNvSpPr/>
          <p:nvPr/>
        </p:nvSpPr>
        <p:spPr>
          <a:xfrm>
            <a:off x="7340600" y="1521817"/>
            <a:ext cx="1887478" cy="723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83333"/>
              </a:lnSpc>
            </a:pPr>
            <a:r>
              <a:rPr lang="en-US" sz="5400" kern="0" spc="-60">
                <a:solidFill>
                  <a:srgbClr val="E9E9ED"/>
                </a:solidFill>
                <a:latin typeface="+mj-lt"/>
                <a:ea typeface="Inter" pitchFamily="34" charset="-122"/>
                <a:cs typeface="Inter" pitchFamily="34" charset="-120"/>
              </a:rPr>
              <a:t>Jack</a:t>
            </a:r>
            <a:endParaRPr lang="en-US" sz="54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209BF7EC-A515-483E-57E5-84EADCCD410D}"/>
              </a:ext>
            </a:extLst>
          </p:cNvPr>
          <p:cNvSpPr/>
          <p:nvPr/>
        </p:nvSpPr>
        <p:spPr>
          <a:xfrm>
            <a:off x="7340600" y="2114005"/>
            <a:ext cx="1887478" cy="39540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4138"/>
              </a:lnSpc>
            </a:pPr>
            <a:r>
              <a:rPr lang="en-US" sz="2000" kern="0" spc="96">
                <a:solidFill>
                  <a:srgbClr val="9184D9"/>
                </a:solidFill>
                <a:latin typeface="+mj-lt"/>
                <a:ea typeface="Inter" pitchFamily="34" charset="-122"/>
                <a:cs typeface="Inter" pitchFamily="34" charset="-120"/>
              </a:rPr>
              <a:t>Vice President</a:t>
            </a:r>
            <a:endParaRPr lang="en-US" sz="20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2DD38E28-1020-2D5C-3C56-5212C61C6E6A}"/>
              </a:ext>
            </a:extLst>
          </p:cNvPr>
          <p:cNvSpPr/>
          <p:nvPr/>
        </p:nvSpPr>
        <p:spPr>
          <a:xfrm>
            <a:off x="6159500" y="3039468"/>
            <a:ext cx="4774565" cy="1277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20244"/>
              </a:lnSpc>
            </a:pPr>
            <a:r>
              <a:rPr lang="en-US" sz="1700">
                <a:solidFill>
                  <a:srgbClr val="CFD3E5"/>
                </a:solidFill>
                <a:latin typeface="+mj-lt"/>
                <a:ea typeface="Inter"/>
              </a:rPr>
              <a:t>I'm a 2nd year PhD student in Mathematics studying Algebraic Geometry and Invariant Theory with applications to quantum and classical systems.</a:t>
            </a:r>
            <a:endParaRPr lang="en-US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934180C8-6747-07C3-903C-95F3311C6C28}"/>
              </a:ext>
            </a:extLst>
          </p:cNvPr>
          <p:cNvSpPr/>
          <p:nvPr/>
        </p:nvSpPr>
        <p:spPr>
          <a:xfrm>
            <a:off x="6229032" y="2526502"/>
            <a:ext cx="4635500" cy="84671"/>
          </a:xfrm>
          <a:prstGeom prst="rect">
            <a:avLst/>
          </a:prstGeom>
          <a:solidFill>
            <a:srgbClr val="121125"/>
          </a:soli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CD2083D-65F8-5559-9A98-AF630D3FDC24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9">
                <a:extLst>
                  <a:ext uri="{FF2B5EF4-FFF2-40B4-BE49-F238E27FC236}">
                    <a16:creationId xmlns:a16="http://schemas.microsoft.com/office/drawing/2014/main" id="{4AB6F1B8-0397-293F-A968-5FC684E9E408}"/>
                  </a:ext>
                </a:extLst>
              </p:cNvPr>
              <p:cNvSpPr/>
              <p:nvPr/>
            </p:nvSpPr>
            <p:spPr>
              <a:xfrm>
                <a:off x="11608973" y="6048251"/>
                <a:ext cx="532755" cy="358686"/>
              </a:xfrm>
              <a:prstGeom prst="rect">
                <a:avLst/>
              </a:prstGeom>
              <a:noFill/>
              <a:ln/>
            </p:spPr>
            <p:txBody>
              <a:bodyPr wrap="square" lIns="16933" tIns="16933" rIns="16933" bIns="16933" rtlCol="0" anchor="t">
                <a:normAutofit/>
              </a:bodyPr>
              <a:lstStyle/>
              <a:p>
                <a:pPr defTabSz="609630">
                  <a:lnSpc>
                    <a:spcPct val="120244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1700" b="0" i="1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 pitchFamily="34" charset="-122"/>
                          <a:cs typeface="Inter" pitchFamily="34" charset="-120"/>
                        </a:rPr>
                        <m:t>|01⟩</m:t>
                      </m:r>
                    </m:oMath>
                  </m:oMathPara>
                </a14:m>
                <a:endParaRPr lang="en-US" sz="1700">
                  <a:solidFill>
                    <a:prstClr val="black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6" name="Text 9">
                <a:extLst>
                  <a:ext uri="{FF2B5EF4-FFF2-40B4-BE49-F238E27FC236}">
                    <a16:creationId xmlns:a16="http://schemas.microsoft.com/office/drawing/2014/main" id="{4AB6F1B8-0397-293F-A968-5FC684E9E4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8973" y="6048251"/>
                <a:ext cx="532755" cy="358686"/>
              </a:xfrm>
              <a:prstGeom prst="rect">
                <a:avLst/>
              </a:prstGeom>
              <a:blipFill>
                <a:blip r:embed="rId3"/>
                <a:stretch>
                  <a:fillRect l="-4545" r="-5682" b="-847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Picture 47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FDD7378F-E225-5C09-7DED-BAC4EBBDBA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5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1508F-BD90-9739-C006-8F1CC133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The image depicts a series of interconnected, colorful, and geometric stacked structures.&#10;&#10;AI-generated content may be incorrect.">
            <a:extLst>
              <a:ext uri="{FF2B5EF4-FFF2-40B4-BE49-F238E27FC236}">
                <a16:creationId xmlns:a16="http://schemas.microsoft.com/office/drawing/2014/main" id="{70FD4485-81A5-ED76-0807-DF2CD47115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325" y="-101305"/>
            <a:ext cx="4038095" cy="5511111"/>
          </a:xfrm>
          <a:prstGeom prst="rect">
            <a:avLst/>
          </a:prstGeom>
          <a:effectLst/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3DF0EC7-F31A-9EF9-9F4E-CA69E09350C2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9">
                <a:extLst>
                  <a:ext uri="{FF2B5EF4-FFF2-40B4-BE49-F238E27FC236}">
                    <a16:creationId xmlns:a16="http://schemas.microsoft.com/office/drawing/2014/main" id="{0A0040A0-BAE2-DBAD-83F2-02CCC207C506}"/>
                  </a:ext>
                </a:extLst>
              </p:cNvPr>
              <p:cNvSpPr/>
              <p:nvPr/>
            </p:nvSpPr>
            <p:spPr>
              <a:xfrm>
                <a:off x="11608973" y="6048251"/>
                <a:ext cx="532755" cy="358686"/>
              </a:xfrm>
              <a:prstGeom prst="rect">
                <a:avLst/>
              </a:prstGeom>
              <a:noFill/>
              <a:ln/>
            </p:spPr>
            <p:txBody>
              <a:bodyPr wrap="square" lIns="16933" tIns="16933" rIns="16933" bIns="16933" rtlCol="0" anchor="t">
                <a:normAutofit/>
              </a:bodyPr>
              <a:lstStyle/>
              <a:p>
                <a:pPr defTabSz="609630">
                  <a:lnSpc>
                    <a:spcPct val="120244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1700" b="0" i="1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 pitchFamily="34" charset="-122"/>
                          <a:cs typeface="Inter" pitchFamily="34" charset="-120"/>
                        </a:rPr>
                        <m:t>|02⟩</m:t>
                      </m:r>
                    </m:oMath>
                  </m:oMathPara>
                </a14:m>
                <a:endParaRPr lang="en-US" sz="1700">
                  <a:solidFill>
                    <a:prstClr val="black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Text 9">
                <a:extLst>
                  <a:ext uri="{FF2B5EF4-FFF2-40B4-BE49-F238E27FC236}">
                    <a16:creationId xmlns:a16="http://schemas.microsoft.com/office/drawing/2014/main" id="{0A0040A0-BAE2-DBAD-83F2-02CCC207C5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8973" y="6048251"/>
                <a:ext cx="532755" cy="358686"/>
              </a:xfrm>
              <a:prstGeom prst="rect">
                <a:avLst/>
              </a:prstGeom>
              <a:blipFill>
                <a:blip r:embed="rId3"/>
                <a:stretch>
                  <a:fillRect l="-4545" r="-5682" b="-847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2">
            <a:extLst>
              <a:ext uri="{FF2B5EF4-FFF2-40B4-BE49-F238E27FC236}">
                <a16:creationId xmlns:a16="http://schemas.microsoft.com/office/drawing/2014/main" id="{9C1396C4-BD58-396B-BF6C-DA435EDDCE8F}"/>
              </a:ext>
            </a:extLst>
          </p:cNvPr>
          <p:cNvSpPr/>
          <p:nvPr/>
        </p:nvSpPr>
        <p:spPr>
          <a:xfrm>
            <a:off x="762000" y="1821492"/>
            <a:ext cx="3548221" cy="69135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93643"/>
              </a:lnSpc>
            </a:pPr>
            <a:r>
              <a:rPr lang="en-US" sz="2300" kern="0" spc="-35">
                <a:solidFill>
                  <a:srgbClr val="E9E9ED"/>
                </a:solidFill>
                <a:latin typeface="+mj-lt"/>
                <a:ea typeface="Inter" pitchFamily="34" charset="-122"/>
                <a:cs typeface="Inter" pitchFamily="34" charset="-120"/>
              </a:rPr>
              <a:t>Intro to Quantum Programming</a:t>
            </a:r>
          </a:p>
          <a:p>
            <a:pPr defTabSz="609630">
              <a:lnSpc>
                <a:spcPct val="93643"/>
              </a:lnSpc>
            </a:pPr>
            <a:r>
              <a:rPr lang="en-US" sz="2300" kern="0" spc="-35">
                <a:solidFill>
                  <a:srgbClr val="E9E9ED"/>
                </a:solidFill>
                <a:latin typeface="+mj-lt"/>
                <a:ea typeface="Inter" pitchFamily="34" charset="-122"/>
              </a:rPr>
              <a:t>Workshops</a:t>
            </a:r>
            <a:endParaRPr lang="en-US" sz="23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725FD90-0B60-DF7B-44B1-5F6728A2654C}"/>
              </a:ext>
            </a:extLst>
          </p:cNvPr>
          <p:cNvSpPr/>
          <p:nvPr/>
        </p:nvSpPr>
        <p:spPr>
          <a:xfrm>
            <a:off x="762000" y="2793951"/>
            <a:ext cx="3548221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3"/>
              </a:lnSpc>
            </a:pPr>
            <a:r>
              <a:rPr lang="en-US" sz="1500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A series of workshops that starts at basic linear algebra, vectors and matrices, and ends with your own circuit running on real QPUs. No prerequisites, or prior knowledge necessary.</a:t>
            </a:r>
            <a:endParaRPr lang="en-US" sz="15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A4439EBE-6B65-2944-24E6-C00BE7778390}"/>
              </a:ext>
            </a:extLst>
          </p:cNvPr>
          <p:cNvSpPr/>
          <p:nvPr/>
        </p:nvSpPr>
        <p:spPr>
          <a:xfrm>
            <a:off x="4714876" y="1477120"/>
            <a:ext cx="6350" cy="2974181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C5E7155C-426C-C8F1-79A5-A6F75457DE18}"/>
              </a:ext>
            </a:extLst>
          </p:cNvPr>
          <p:cNvSpPr/>
          <p:nvPr/>
        </p:nvSpPr>
        <p:spPr>
          <a:xfrm>
            <a:off x="5229225" y="1934614"/>
            <a:ext cx="2339864" cy="6044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93061"/>
              </a:lnSpc>
            </a:pPr>
            <a:r>
              <a:rPr lang="en-US" sz="2400" kern="0" spc="-20">
                <a:solidFill>
                  <a:srgbClr val="E9E9ED"/>
                </a:solidFill>
                <a:latin typeface="+mj-lt"/>
                <a:ea typeface="Inter" pitchFamily="34" charset="-122"/>
                <a:cs typeface="Inter" pitchFamily="34" charset="-120"/>
              </a:rPr>
              <a:t>Colloquiums</a:t>
            </a:r>
            <a:endParaRPr lang="en-US" sz="23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8554CCB-55F5-4EE6-4A90-EBCA49EC8A81}"/>
              </a:ext>
            </a:extLst>
          </p:cNvPr>
          <p:cNvSpPr/>
          <p:nvPr/>
        </p:nvSpPr>
        <p:spPr>
          <a:xfrm>
            <a:off x="5229225" y="2707036"/>
            <a:ext cx="2339864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3"/>
              </a:lnSpc>
            </a:pPr>
            <a:r>
              <a:rPr lang="en-US" sz="1500">
                <a:solidFill>
                  <a:srgbClr val="CFD3E5"/>
                </a:solidFill>
                <a:ea typeface="Inter"/>
              </a:rPr>
              <a:t>Speakers from industry and academia coming in to talk about their bleeding-edge research in quantum computing.</a:t>
            </a:r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E60676E9-F5D5-53F7-995B-39767D938C7B}"/>
              </a:ext>
            </a:extLst>
          </p:cNvPr>
          <p:cNvSpPr/>
          <p:nvPr/>
        </p:nvSpPr>
        <p:spPr>
          <a:xfrm>
            <a:off x="8008938" y="1477120"/>
            <a:ext cx="6350" cy="2974181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9E18148B-DC33-64A4-A28E-1F34F6750563}"/>
              </a:ext>
            </a:extLst>
          </p:cNvPr>
          <p:cNvSpPr/>
          <p:nvPr/>
        </p:nvSpPr>
        <p:spPr>
          <a:xfrm>
            <a:off x="8523287" y="1783782"/>
            <a:ext cx="2863104" cy="6044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93061"/>
              </a:lnSpc>
            </a:pPr>
            <a:r>
              <a:rPr lang="en-US" sz="2300" kern="0" spc="-20">
                <a:solidFill>
                  <a:srgbClr val="E9E9ED"/>
                </a:solidFill>
                <a:latin typeface="+mj-lt"/>
                <a:ea typeface="Inter" pitchFamily="34" charset="-122"/>
                <a:cs typeface="Inter" pitchFamily="34" charset="-120"/>
              </a:rPr>
              <a:t>Competitive Hackathon Team</a:t>
            </a:r>
            <a:endParaRPr lang="en-US" sz="23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2F231CAF-1CE1-2096-4C10-22D3EAFBE893}"/>
              </a:ext>
            </a:extLst>
          </p:cNvPr>
          <p:cNvSpPr/>
          <p:nvPr/>
        </p:nvSpPr>
        <p:spPr>
          <a:xfrm>
            <a:off x="8523287" y="2707036"/>
            <a:ext cx="2863104" cy="14065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3"/>
              </a:lnSpc>
            </a:pPr>
            <a:endParaRPr lang="en-US" sz="1500">
              <a:solidFill>
                <a:prstClr val="black"/>
              </a:solidFill>
            </a:endParaRPr>
          </a:p>
        </p:txBody>
      </p:sp>
      <p:pic>
        <p:nvPicPr>
          <p:cNvPr id="42" name="Picture 41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9EB97D99-E9FD-2866-DA15-FD45AE3243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  <p:sp>
        <p:nvSpPr>
          <p:cNvPr id="54" name="Text 7">
            <a:extLst>
              <a:ext uri="{FF2B5EF4-FFF2-40B4-BE49-F238E27FC236}">
                <a16:creationId xmlns:a16="http://schemas.microsoft.com/office/drawing/2014/main" id="{EA7634C6-3AA6-769B-E0FB-5767B6A9D413}"/>
              </a:ext>
            </a:extLst>
          </p:cNvPr>
          <p:cNvSpPr/>
          <p:nvPr/>
        </p:nvSpPr>
        <p:spPr>
          <a:xfrm>
            <a:off x="8516937" y="2654250"/>
            <a:ext cx="2339864" cy="16827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3"/>
              </a:lnSpc>
            </a:pPr>
            <a:r>
              <a:rPr lang="en-US" sz="1500">
                <a:solidFill>
                  <a:srgbClr val="CFD3E5"/>
                </a:solidFill>
                <a:ea typeface="Inter"/>
              </a:rPr>
              <a:t>A dedicated team attending weekly* practices to prepare for, travel to, and compete in quantum hackathons from MIT to Oak Ridge.</a:t>
            </a:r>
            <a:endParaRPr lang="en-US" sz="15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80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9AEC6-69F5-6AA7-25BD-2EDD7FA68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The image depicts a linear layout of four distinct blue bars, each containing a series of horizontal bars, possibly representing data points or stages.&#10;&#10;AI-generated content may be incorrect.">
            <a:extLst>
              <a:ext uri="{FF2B5EF4-FFF2-40B4-BE49-F238E27FC236}">
                <a16:creationId xmlns:a16="http://schemas.microsoft.com/office/drawing/2014/main" id="{05E62ABC-67F8-1DBD-CB94-A495A7EF0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17" y="1327078"/>
            <a:ext cx="11123809" cy="4025397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C94DEDC7-B486-DA29-961E-E3EFE3D4ED35}"/>
              </a:ext>
            </a:extLst>
          </p:cNvPr>
          <p:cNvSpPr/>
          <p:nvPr/>
        </p:nvSpPr>
        <p:spPr>
          <a:xfrm>
            <a:off x="366074" y="536148"/>
            <a:ext cx="10988040" cy="261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28276"/>
              </a:lnSpc>
            </a:pPr>
            <a:r>
              <a:rPr lang="en-US" sz="1200" kern="0" spc="96">
                <a:solidFill>
                  <a:srgbClr val="9184D9"/>
                </a:solidFill>
                <a:latin typeface="+mj-lt"/>
                <a:ea typeface="Inter" pitchFamily="34" charset="-122"/>
                <a:cs typeface="Inter" pitchFamily="34" charset="-120"/>
              </a:rPr>
              <a:t>INTRO TO QUANTUM PROGRAMMING WORKSHOPS</a:t>
            </a:r>
            <a:endParaRPr lang="en-US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C05DAD7E-17C8-A19E-1485-0EB8EAFE8BEF}"/>
              </a:ext>
            </a:extLst>
          </p:cNvPr>
          <p:cNvSpPr/>
          <p:nvPr/>
        </p:nvSpPr>
        <p:spPr>
          <a:xfrm>
            <a:off x="477100" y="2965144"/>
            <a:ext cx="2104777" cy="28138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91636"/>
              </a:lnSpc>
            </a:pPr>
            <a:r>
              <a:rPr lang="en-US" kern="0" spc="-18">
                <a:solidFill>
                  <a:srgbClr val="E9E9ED"/>
                </a:solidFill>
                <a:latin typeface="+mj-lt"/>
                <a:ea typeface="Inter" pitchFamily="34" charset="-122"/>
                <a:cs typeface="Inter" pitchFamily="34" charset="-120"/>
              </a:rPr>
              <a:t>Foundations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CDA38E58-4B8C-F29B-6BB4-878E3C9066AA}"/>
              </a:ext>
            </a:extLst>
          </p:cNvPr>
          <p:cNvSpPr/>
          <p:nvPr/>
        </p:nvSpPr>
        <p:spPr>
          <a:xfrm>
            <a:off x="477100" y="3458691"/>
            <a:ext cx="2174760" cy="171662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Linear Algebra</a:t>
            </a: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Qubits</a:t>
            </a: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Dirac Notation Superposition Entanglement</a:t>
            </a: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0F692438-C20E-1132-FA56-D7C6526D219A}"/>
              </a:ext>
            </a:extLst>
          </p:cNvPr>
          <p:cNvSpPr/>
          <p:nvPr/>
        </p:nvSpPr>
        <p:spPr>
          <a:xfrm>
            <a:off x="3444718" y="2965144"/>
            <a:ext cx="2218393" cy="28138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91636"/>
              </a:lnSpc>
            </a:pPr>
            <a:r>
              <a:rPr lang="en-US" kern="0" spc="-18">
                <a:solidFill>
                  <a:srgbClr val="E9E9ED"/>
                </a:solidFill>
                <a:latin typeface="+mj-lt"/>
                <a:ea typeface="Inter" pitchFamily="34" charset="-122"/>
                <a:cs typeface="Inter" pitchFamily="34" charset="-120"/>
              </a:rPr>
              <a:t>Circuits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4FF7BF0D-4114-A006-C26C-9883C0712F06}"/>
              </a:ext>
            </a:extLst>
          </p:cNvPr>
          <p:cNvSpPr/>
          <p:nvPr/>
        </p:nvSpPr>
        <p:spPr>
          <a:xfrm>
            <a:off x="3426204" y="3370077"/>
            <a:ext cx="2290095" cy="180523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Gates</a:t>
            </a: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Measurements</a:t>
            </a: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Control Flow</a:t>
            </a: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ea typeface="Inter" pitchFamily="34" charset="-122"/>
              </a:rPr>
              <a:t>Teleportation</a:t>
            </a:r>
            <a:endParaRPr lang="en-US">
              <a:solidFill>
                <a:srgbClr val="CFD3E5"/>
              </a:solidFill>
              <a:latin typeface="+mj-lt"/>
              <a:ea typeface="Inter" pitchFamily="34" charset="-122"/>
              <a:cs typeface="Inter" pitchFamily="34" charset="-120"/>
            </a:endParaRP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Superdense-Coding</a:t>
            </a: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76F0D2C6-98A1-6809-6D6E-F1252C46D6BF}"/>
              </a:ext>
            </a:extLst>
          </p:cNvPr>
          <p:cNvSpPr/>
          <p:nvPr/>
        </p:nvSpPr>
        <p:spPr>
          <a:xfrm>
            <a:off x="6394312" y="2949991"/>
            <a:ext cx="2445732" cy="28138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91636"/>
              </a:lnSpc>
            </a:pPr>
            <a:r>
              <a:rPr lang="en-US" kern="0" spc="-18">
                <a:solidFill>
                  <a:srgbClr val="E9E9ED"/>
                </a:solidFill>
                <a:latin typeface="+mj-lt"/>
                <a:ea typeface="Inter" pitchFamily="34" charset="-122"/>
                <a:cs typeface="Inter" pitchFamily="34" charset="-120"/>
              </a:rPr>
              <a:t>Algorithms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B756E7F4-B33D-E6D5-3C77-3799D80E7154}"/>
              </a:ext>
            </a:extLst>
          </p:cNvPr>
          <p:cNvSpPr/>
          <p:nvPr/>
        </p:nvSpPr>
        <p:spPr>
          <a:xfrm>
            <a:off x="6394312" y="3326416"/>
            <a:ext cx="2290095" cy="19920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</a:rPr>
              <a:t>Error Correction</a:t>
            </a: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</a:rPr>
              <a:t>Variational Algorithms</a:t>
            </a: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</a:rPr>
              <a:t>Hadamard Test</a:t>
            </a: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  <a:cs typeface="Inter" pitchFamily="34" charset="-120"/>
              </a:rPr>
              <a:t>Grover’s Algorithm</a:t>
            </a:r>
          </a:p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</a:rPr>
              <a:t>Shor’s Algorithm</a:t>
            </a:r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457B5A98-21C2-1DC4-3C0E-A4086124D040}"/>
              </a:ext>
            </a:extLst>
          </p:cNvPr>
          <p:cNvSpPr/>
          <p:nvPr/>
        </p:nvSpPr>
        <p:spPr>
          <a:xfrm>
            <a:off x="9175767" y="2936862"/>
            <a:ext cx="2786579" cy="28138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91636"/>
              </a:lnSpc>
            </a:pPr>
            <a:r>
              <a:rPr lang="en-US" kern="0" spc="-18">
                <a:solidFill>
                  <a:srgbClr val="E9E9ED"/>
                </a:solidFill>
                <a:latin typeface="+mj-lt"/>
                <a:ea typeface="Inter" pitchFamily="34" charset="-122"/>
              </a:rPr>
              <a:t>Projects 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4E870976-7AF7-3C13-A51E-892349FD3C5B}"/>
              </a:ext>
            </a:extLst>
          </p:cNvPr>
          <p:cNvSpPr/>
          <p:nvPr/>
        </p:nvSpPr>
        <p:spPr>
          <a:xfrm>
            <a:off x="9175767" y="3288869"/>
            <a:ext cx="2290095" cy="204481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20833"/>
              </a:lnSpc>
            </a:pPr>
            <a:r>
              <a:rPr lang="en-US">
                <a:solidFill>
                  <a:srgbClr val="CFD3E5"/>
                </a:solidFill>
                <a:latin typeface="+mj-lt"/>
                <a:ea typeface="Inter" pitchFamily="34" charset="-122"/>
              </a:rPr>
              <a:t>Build out a real algorithm and project running on actual quantum hardware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881D458-73C5-BD54-FA0F-A0F0BDA0C9DC}"/>
              </a:ext>
            </a:extLst>
          </p:cNvPr>
          <p:cNvSpPr/>
          <p:nvPr/>
        </p:nvSpPr>
        <p:spPr>
          <a:xfrm>
            <a:off x="0" y="5854045"/>
            <a:ext cx="12192000" cy="747099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 9">
                <a:extLst>
                  <a:ext uri="{FF2B5EF4-FFF2-40B4-BE49-F238E27FC236}">
                    <a16:creationId xmlns:a16="http://schemas.microsoft.com/office/drawing/2014/main" id="{4C5215A8-DC57-FB7F-C422-5976067CA9D6}"/>
                  </a:ext>
                </a:extLst>
              </p:cNvPr>
              <p:cNvSpPr/>
              <p:nvPr/>
            </p:nvSpPr>
            <p:spPr>
              <a:xfrm>
                <a:off x="11608973" y="6048251"/>
                <a:ext cx="532755" cy="358686"/>
              </a:xfrm>
              <a:prstGeom prst="rect">
                <a:avLst/>
              </a:prstGeom>
              <a:noFill/>
              <a:ln/>
            </p:spPr>
            <p:txBody>
              <a:bodyPr wrap="square" lIns="16933" tIns="16933" rIns="16933" bIns="16933" rtlCol="0" anchor="t">
                <a:normAutofit/>
              </a:bodyPr>
              <a:lstStyle/>
              <a:p>
                <a:pPr defTabSz="609630">
                  <a:lnSpc>
                    <a:spcPct val="120244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1700" b="0" i="1" smtClean="0">
                          <a:solidFill>
                            <a:srgbClr val="CFD3E5"/>
                          </a:solidFill>
                          <a:latin typeface="Cambria Math" panose="02040503050406030204" pitchFamily="18" charset="0"/>
                          <a:ea typeface="Inter" pitchFamily="34" charset="-122"/>
                          <a:cs typeface="Inter" pitchFamily="34" charset="-120"/>
                        </a:rPr>
                        <m:t>|03⟩</m:t>
                      </m:r>
                    </m:oMath>
                  </m:oMathPara>
                </a14:m>
                <a:endParaRPr lang="en-US" sz="1700">
                  <a:solidFill>
                    <a:prstClr val="black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1" name="Text 9">
                <a:extLst>
                  <a:ext uri="{FF2B5EF4-FFF2-40B4-BE49-F238E27FC236}">
                    <a16:creationId xmlns:a16="http://schemas.microsoft.com/office/drawing/2014/main" id="{4C5215A8-DC57-FB7F-C422-5976067CA9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8973" y="6048251"/>
                <a:ext cx="532755" cy="358686"/>
              </a:xfrm>
              <a:prstGeom prst="rect">
                <a:avLst/>
              </a:prstGeom>
              <a:blipFill>
                <a:blip r:embed="rId3"/>
                <a:stretch>
                  <a:fillRect l="-4545" r="-5682" b="-847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 descr="The image depicts a stylized, orange globe with a prominent red arrow pointing to it.&#10;&#10;AI-generated content may be incorrect.">
            <a:extLst>
              <a:ext uri="{FF2B5EF4-FFF2-40B4-BE49-F238E27FC236}">
                <a16:creationId xmlns:a16="http://schemas.microsoft.com/office/drawing/2014/main" id="{7D273748-EE9D-B5AE-B49A-2C32FCDC1A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02" b="358"/>
          <a:stretch>
            <a:fillRect/>
          </a:stretch>
        </p:blipFill>
        <p:spPr>
          <a:xfrm>
            <a:off x="316649" y="5783423"/>
            <a:ext cx="890701" cy="99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5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2B8411E-9286-E4B6-3509-CEA22074982F}"/>
              </a:ext>
            </a:extLst>
          </p:cNvPr>
          <p:cNvSpPr/>
          <p:nvPr/>
        </p:nvSpPr>
        <p:spPr>
          <a:xfrm>
            <a:off x="5378776" y="567392"/>
            <a:ext cx="2003757" cy="286160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D5E2A9-6375-37F5-45E5-86AC0E8354B9}"/>
              </a:ext>
            </a:extLst>
          </p:cNvPr>
          <p:cNvSpPr/>
          <p:nvPr/>
        </p:nvSpPr>
        <p:spPr>
          <a:xfrm>
            <a:off x="7707682" y="2869123"/>
            <a:ext cx="2003757" cy="286160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2BE0E7-E281-28AB-5E32-CF10B483B436}"/>
              </a:ext>
            </a:extLst>
          </p:cNvPr>
          <p:cNvSpPr/>
          <p:nvPr/>
        </p:nvSpPr>
        <p:spPr>
          <a:xfrm>
            <a:off x="2009994" y="1165375"/>
            <a:ext cx="2799473" cy="4506890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5731E2-57F2-576C-ACD2-8A9CD85E2427}"/>
              </a:ext>
            </a:extLst>
          </p:cNvPr>
          <p:cNvSpPr/>
          <p:nvPr/>
        </p:nvSpPr>
        <p:spPr>
          <a:xfrm>
            <a:off x="-2" y="1310325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BAD4A0-B405-9F8C-19A2-5EA3E5E1EE68}"/>
              </a:ext>
            </a:extLst>
          </p:cNvPr>
          <p:cNvSpPr/>
          <p:nvPr/>
        </p:nvSpPr>
        <p:spPr>
          <a:xfrm>
            <a:off x="-3" y="1866506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831F10-9457-8BE6-C7F0-17045D7A6889}"/>
              </a:ext>
            </a:extLst>
          </p:cNvPr>
          <p:cNvSpPr/>
          <p:nvPr/>
        </p:nvSpPr>
        <p:spPr>
          <a:xfrm>
            <a:off x="-4" y="2422687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79C6B0-4893-B9A3-5FF3-2D5705C4CA76}"/>
              </a:ext>
            </a:extLst>
          </p:cNvPr>
          <p:cNvSpPr/>
          <p:nvPr/>
        </p:nvSpPr>
        <p:spPr>
          <a:xfrm>
            <a:off x="-5" y="2978868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2C31D1-1E88-604B-0519-B3BB77574CC6}"/>
              </a:ext>
            </a:extLst>
          </p:cNvPr>
          <p:cNvSpPr/>
          <p:nvPr/>
        </p:nvSpPr>
        <p:spPr>
          <a:xfrm>
            <a:off x="-6" y="3535049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9B6D68-30BC-C06E-A398-EF56D3D7F984}"/>
              </a:ext>
            </a:extLst>
          </p:cNvPr>
          <p:cNvSpPr/>
          <p:nvPr/>
        </p:nvSpPr>
        <p:spPr>
          <a:xfrm>
            <a:off x="-7" y="4091230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6E5907-DA11-7DEE-D95E-1F00FB01D618}"/>
              </a:ext>
            </a:extLst>
          </p:cNvPr>
          <p:cNvSpPr/>
          <p:nvPr/>
        </p:nvSpPr>
        <p:spPr>
          <a:xfrm>
            <a:off x="-8" y="4647411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8F585F-5CEF-97EF-8E84-62DB07F0A9CF}"/>
              </a:ext>
            </a:extLst>
          </p:cNvPr>
          <p:cNvSpPr/>
          <p:nvPr/>
        </p:nvSpPr>
        <p:spPr>
          <a:xfrm>
            <a:off x="-9" y="5203592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205EC0-6586-6CBD-ABE5-EED2115FF986}"/>
              </a:ext>
            </a:extLst>
          </p:cNvPr>
          <p:cNvSpPr/>
          <p:nvPr/>
        </p:nvSpPr>
        <p:spPr>
          <a:xfrm>
            <a:off x="-10" y="5759773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E8C090-700D-2F55-B3D2-8047F94E770B}"/>
              </a:ext>
            </a:extLst>
          </p:cNvPr>
          <p:cNvSpPr/>
          <p:nvPr/>
        </p:nvSpPr>
        <p:spPr>
          <a:xfrm>
            <a:off x="-1" y="754144"/>
            <a:ext cx="12192001" cy="301658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345560-BE35-8019-B2D7-22046B2ED3CD}"/>
              </a:ext>
            </a:extLst>
          </p:cNvPr>
          <p:cNvSpPr/>
          <p:nvPr/>
        </p:nvSpPr>
        <p:spPr>
          <a:xfrm>
            <a:off x="1" y="197963"/>
            <a:ext cx="1417646" cy="6403181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A91806-486B-E7D7-FC20-1D74B965809D}"/>
              </a:ext>
            </a:extLst>
          </p:cNvPr>
          <p:cNvSpPr/>
          <p:nvPr/>
        </p:nvSpPr>
        <p:spPr>
          <a:xfrm>
            <a:off x="5334257" y="2857658"/>
            <a:ext cx="1523486" cy="1406633"/>
          </a:xfrm>
          <a:prstGeom prst="ellipse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700"/>
              <a:t>Linear Algebra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66E563-2C7D-62D3-1C8C-C434C1A97ED7}"/>
              </a:ext>
            </a:extLst>
          </p:cNvPr>
          <p:cNvSpPr/>
          <p:nvPr/>
        </p:nvSpPr>
        <p:spPr>
          <a:xfrm>
            <a:off x="2275773" y="2857657"/>
            <a:ext cx="1523486" cy="1406633"/>
          </a:xfrm>
          <a:prstGeom prst="ellipse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700"/>
              <a:t>Qubits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96E6FC-E5C9-3526-B643-E8F81383B28F}"/>
              </a:ext>
            </a:extLst>
          </p:cNvPr>
          <p:cNvSpPr/>
          <p:nvPr/>
        </p:nvSpPr>
        <p:spPr>
          <a:xfrm>
            <a:off x="7456859" y="1148028"/>
            <a:ext cx="1523486" cy="1406633"/>
          </a:xfrm>
          <a:prstGeom prst="ellipse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700"/>
              <a:t>Circuits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6B9BB7-CCBB-0220-E50A-AF2DD410A455}"/>
              </a:ext>
            </a:extLst>
          </p:cNvPr>
          <p:cNvSpPr/>
          <p:nvPr/>
        </p:nvSpPr>
        <p:spPr>
          <a:xfrm>
            <a:off x="3305122" y="1148028"/>
            <a:ext cx="1523486" cy="1406633"/>
          </a:xfrm>
          <a:prstGeom prst="ellipse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700"/>
              <a:t>Gates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FAC665E-ECCA-1FA9-C95E-D471D04D97E0}"/>
              </a:ext>
            </a:extLst>
          </p:cNvPr>
          <p:cNvSpPr/>
          <p:nvPr/>
        </p:nvSpPr>
        <p:spPr>
          <a:xfrm>
            <a:off x="5334257" y="5285295"/>
            <a:ext cx="1523486" cy="1406633"/>
          </a:xfrm>
          <a:prstGeom prst="ellipse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/>
              <a:t>Superposition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B2BBA2-8995-836F-785D-61FFD35C9782}"/>
              </a:ext>
            </a:extLst>
          </p:cNvPr>
          <p:cNvSpPr/>
          <p:nvPr/>
        </p:nvSpPr>
        <p:spPr>
          <a:xfrm>
            <a:off x="7456859" y="4567289"/>
            <a:ext cx="1523486" cy="1406633"/>
          </a:xfrm>
          <a:prstGeom prst="ellipse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/>
              <a:t>Measurement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F12569-3EAA-C211-A5FD-8A8BC35190E9}"/>
              </a:ext>
            </a:extLst>
          </p:cNvPr>
          <p:cNvSpPr/>
          <p:nvPr/>
        </p:nvSpPr>
        <p:spPr>
          <a:xfrm>
            <a:off x="8863023" y="2857657"/>
            <a:ext cx="1523486" cy="1406633"/>
          </a:xfrm>
          <a:prstGeom prst="ellipse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/>
              <a:t>Error </a:t>
            </a:r>
          </a:p>
          <a:p>
            <a:pPr algn="ctr"/>
            <a:r>
              <a:rPr lang="en-US" sz="1700"/>
              <a:t>Correction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030CC2-D7C5-B07E-1A76-93E9362FDE78}"/>
              </a:ext>
            </a:extLst>
          </p:cNvPr>
          <p:cNvSpPr/>
          <p:nvPr/>
        </p:nvSpPr>
        <p:spPr>
          <a:xfrm>
            <a:off x="3305122" y="4567289"/>
            <a:ext cx="1523486" cy="1406633"/>
          </a:xfrm>
          <a:prstGeom prst="ellipse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/>
              <a:t>Entanglement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25A2DC-C591-1ED5-491C-3D9F0AE9F4F8}"/>
              </a:ext>
            </a:extLst>
          </p:cNvPr>
          <p:cNvSpPr/>
          <p:nvPr/>
        </p:nvSpPr>
        <p:spPr>
          <a:xfrm>
            <a:off x="5334257" y="131975"/>
            <a:ext cx="1523486" cy="1406633"/>
          </a:xfrm>
          <a:prstGeom prst="ellipse">
            <a:avLst/>
          </a:prstGeom>
          <a:solidFill>
            <a:srgbClr val="413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700"/>
              <a:t>Algorithms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6CBADF-4363-D2DE-9456-9E262D5B6B1A}"/>
              </a:ext>
            </a:extLst>
          </p:cNvPr>
          <p:cNvSpPr/>
          <p:nvPr/>
        </p:nvSpPr>
        <p:spPr>
          <a:xfrm>
            <a:off x="10757552" y="208959"/>
            <a:ext cx="1417646" cy="6403181"/>
          </a:xfrm>
          <a:prstGeom prst="rect">
            <a:avLst/>
          </a:prstGeom>
          <a:solidFill>
            <a:srgbClr val="1211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72427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481C657F9FD4CB305AF5182EF1539" ma:contentTypeVersion="3" ma:contentTypeDescription="Create a new document." ma:contentTypeScope="" ma:versionID="2a0445a79f4cdd6b23faa49dd7b2aee4">
  <xsd:schema xmlns:xsd="http://www.w3.org/2001/XMLSchema" xmlns:xs="http://www.w3.org/2001/XMLSchema" xmlns:p="http://schemas.microsoft.com/office/2006/metadata/properties" xmlns:ns2="89ee4562-f241-4d14-8dd6-380d725f8eb7" targetNamespace="http://schemas.microsoft.com/office/2006/metadata/properties" ma:root="true" ma:fieldsID="5eaee1709a1781d06a98b7b54d8e9d3f" ns2:_="">
    <xsd:import namespace="89ee4562-f241-4d14-8dd6-380d725f8e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ee4562-f241-4d14-8dd6-380d725f8e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CB73EE-BD95-4510-A920-829134CDC6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ee4562-f241-4d14-8dd6-380d725f8e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97177F-77DF-4134-A73D-6FBD7EA409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C00A9D-9FBD-4E1A-8898-92A5BFA240F1}">
  <ds:schemaRefs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89ee4562-f241-4d14-8dd6-380d725f8eb7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Inter</vt:lpstr>
      <vt:lpstr>Rockwell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Shlok Chatterjee</dc:creator>
  <cp:lastModifiedBy>Shlok Chatterjee</cp:lastModifiedBy>
  <cp:revision>1</cp:revision>
  <dcterms:created xsi:type="dcterms:W3CDTF">2026-08-31T17:33:04Z</dcterms:created>
  <dcterms:modified xsi:type="dcterms:W3CDTF">2026-09-09T21:58:24Z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0x010100962481C657F9FD4CB305AF5182EF1539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_activity">
    <vt:lpwstr>{"FileActivityType":"9","FileActivityTimeStamp":"2026-08-31T17:33:17.000Z","FileActivityUsersOnPage":[{"DisplayName":"Shlok Chatterjee","Id":"szc0292@auburn.edu"},{"DisplayName":"Jack Elsea","Id":"jwe0023@auburn.edu"}],"FileActivityNavigationId":null}</vt:lpwstr>
  </property>
  <property fmtid="{D5CDD505-2E9C-101B-9397-08002B2CF9AE}" pid="6" name="TriggerFlowInfo">
    <vt:lpwstr/>
  </property>
</Properties>
</file>