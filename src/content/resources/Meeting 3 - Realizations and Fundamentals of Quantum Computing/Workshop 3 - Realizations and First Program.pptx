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76" r:id="rId6"/>
    <p:sldId id="274" r:id="rId7"/>
    <p:sldId id="267" r:id="rId8"/>
    <p:sldId id="272" r:id="rId9"/>
    <p:sldId id="27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3D7B"/>
    <a:srgbClr val="121125"/>
    <a:srgbClr val="343169"/>
    <a:srgbClr val="1F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0C327-26EC-E765-595F-78A7EBEDC678}" v="146" dt="2026-09-23T04:39:43.447"/>
    <p1510:client id="{DB979825-E8C7-E090-BD62-0F93A82AA6E7}" v="132" dt="2026-09-23T20:03:59.781"/>
    <p1510:client id="{F8879FF0-DEF9-4FD8-8682-871758BF7575}" v="2394" dt="2026-09-23T21:35:25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lok Chatterjee" userId="S::szc0292@auburn.edu::1a359f03-4381-4291-92f2-ec9e18b04f6e" providerId="AD" clId="Web-{DB979825-E8C7-E090-BD62-0F93A82AA6E7}"/>
    <pc:docChg chg="addSld modSld">
      <pc:chgData name="Shlok Chatterjee" userId="S::szc0292@auburn.edu::1a359f03-4381-4291-92f2-ec9e18b04f6e" providerId="AD" clId="Web-{DB979825-E8C7-E090-BD62-0F93A82AA6E7}" dt="2026-09-23T20:03:59.765" v="127" actId="1076"/>
      <pc:docMkLst>
        <pc:docMk/>
      </pc:docMkLst>
      <pc:sldChg chg="addSp delSp modSp">
        <pc:chgData name="Shlok Chatterjee" userId="S::szc0292@auburn.edu::1a359f03-4381-4291-92f2-ec9e18b04f6e" providerId="AD" clId="Web-{DB979825-E8C7-E090-BD62-0F93A82AA6E7}" dt="2026-09-23T17:58:49.671" v="117"/>
        <pc:sldMkLst>
          <pc:docMk/>
          <pc:sldMk cId="4029208719" sldId="267"/>
        </pc:sldMkLst>
        <pc:spChg chg="add del mod">
          <ac:chgData name="Shlok Chatterjee" userId="S::szc0292@auburn.edu::1a359f03-4381-4291-92f2-ec9e18b04f6e" providerId="AD" clId="Web-{DB979825-E8C7-E090-BD62-0F93A82AA6E7}" dt="2026-09-23T17:52:06.799" v="43"/>
          <ac:spMkLst>
            <pc:docMk/>
            <pc:sldMk cId="4029208719" sldId="267"/>
            <ac:spMk id="4" creationId="{09D1F6A8-CBC0-179C-3B47-E258BDADA4BA}"/>
          </ac:spMkLst>
        </pc:spChg>
        <pc:spChg chg="del">
          <ac:chgData name="Shlok Chatterjee" userId="S::szc0292@auburn.edu::1a359f03-4381-4291-92f2-ec9e18b04f6e" providerId="AD" clId="Web-{DB979825-E8C7-E090-BD62-0F93A82AA6E7}" dt="2026-09-23T17:51:58.314" v="37"/>
          <ac:spMkLst>
            <pc:docMk/>
            <pc:sldMk cId="4029208719" sldId="267"/>
            <ac:spMk id="5" creationId="{9E90FE48-BB1C-40E8-6A69-9C9201EB3105}"/>
          </ac:spMkLst>
        </pc:spChg>
        <pc:spChg chg="del">
          <ac:chgData name="Shlok Chatterjee" userId="S::szc0292@auburn.edu::1a359f03-4381-4291-92f2-ec9e18b04f6e" providerId="AD" clId="Web-{DB979825-E8C7-E090-BD62-0F93A82AA6E7}" dt="2026-09-23T17:51:58.314" v="36"/>
          <ac:spMkLst>
            <pc:docMk/>
            <pc:sldMk cId="4029208719" sldId="267"/>
            <ac:spMk id="6" creationId="{F72D37A8-357A-DFE3-C89A-D759EDB4D6C2}"/>
          </ac:spMkLst>
        </pc:spChg>
        <pc:spChg chg="del">
          <ac:chgData name="Shlok Chatterjee" userId="S::szc0292@auburn.edu::1a359f03-4381-4291-92f2-ec9e18b04f6e" providerId="AD" clId="Web-{DB979825-E8C7-E090-BD62-0F93A82AA6E7}" dt="2026-09-23T17:51:58.314" v="35"/>
          <ac:spMkLst>
            <pc:docMk/>
            <pc:sldMk cId="4029208719" sldId="267"/>
            <ac:spMk id="7" creationId="{26DA85AB-E788-AF22-7570-08276431C1CD}"/>
          </ac:spMkLst>
        </pc:spChg>
        <pc:spChg chg="add del mod">
          <ac:chgData name="Shlok Chatterjee" userId="S::szc0292@auburn.edu::1a359f03-4381-4291-92f2-ec9e18b04f6e" providerId="AD" clId="Web-{DB979825-E8C7-E090-BD62-0F93A82AA6E7}" dt="2026-09-23T17:52:14.955" v="47"/>
          <ac:spMkLst>
            <pc:docMk/>
            <pc:sldMk cId="4029208719" sldId="267"/>
            <ac:spMk id="8" creationId="{1A06B405-997A-7104-B0BA-13FFDF47B884}"/>
          </ac:spMkLst>
        </pc:spChg>
        <pc:spChg chg="del mod">
          <ac:chgData name="Shlok Chatterjee" userId="S::szc0292@auburn.edu::1a359f03-4381-4291-92f2-ec9e18b04f6e" providerId="AD" clId="Web-{DB979825-E8C7-E090-BD62-0F93A82AA6E7}" dt="2026-09-23T17:51:57.049" v="34"/>
          <ac:spMkLst>
            <pc:docMk/>
            <pc:sldMk cId="4029208719" sldId="267"/>
            <ac:spMk id="9" creationId="{25AB0909-D16E-4A0C-5424-BF5A90C1ED5B}"/>
          </ac:spMkLst>
        </pc:spChg>
        <pc:spChg chg="add mod">
          <ac:chgData name="Shlok Chatterjee" userId="S::szc0292@auburn.edu::1a359f03-4381-4291-92f2-ec9e18b04f6e" providerId="AD" clId="Web-{DB979825-E8C7-E090-BD62-0F93A82AA6E7}" dt="2026-09-23T17:52:55.504" v="91" actId="14100"/>
          <ac:spMkLst>
            <pc:docMk/>
            <pc:sldMk cId="4029208719" sldId="267"/>
            <ac:spMk id="12" creationId="{7F396CE4-99BB-B6EF-2EEF-C2822157AEA0}"/>
          </ac:spMkLst>
        </pc:spChg>
        <pc:spChg chg="add mod">
          <ac:chgData name="Shlok Chatterjee" userId="S::szc0292@auburn.edu::1a359f03-4381-4291-92f2-ec9e18b04f6e" providerId="AD" clId="Web-{DB979825-E8C7-E090-BD62-0F93A82AA6E7}" dt="2026-09-23T17:53:00.347" v="96" actId="1076"/>
          <ac:spMkLst>
            <pc:docMk/>
            <pc:sldMk cId="4029208719" sldId="267"/>
            <ac:spMk id="13" creationId="{2F2D1834-C648-1965-60A6-82DFAA611B26}"/>
          </ac:spMkLst>
        </pc:spChg>
        <pc:spChg chg="add mod">
          <ac:chgData name="Shlok Chatterjee" userId="S::szc0292@auburn.edu::1a359f03-4381-4291-92f2-ec9e18b04f6e" providerId="AD" clId="Web-{DB979825-E8C7-E090-BD62-0F93A82AA6E7}" dt="2026-09-23T17:53:04.754" v="99" actId="1076"/>
          <ac:spMkLst>
            <pc:docMk/>
            <pc:sldMk cId="4029208719" sldId="267"/>
            <ac:spMk id="14" creationId="{7849FB0D-865B-98C4-E197-39835A47422D}"/>
          </ac:spMkLst>
        </pc:spChg>
        <pc:spChg chg="add mod">
          <ac:chgData name="Shlok Chatterjee" userId="S::szc0292@auburn.edu::1a359f03-4381-4291-92f2-ec9e18b04f6e" providerId="AD" clId="Web-{DB979825-E8C7-E090-BD62-0F93A82AA6E7}" dt="2026-09-23T17:53:07.426" v="103" actId="20577"/>
          <ac:spMkLst>
            <pc:docMk/>
            <pc:sldMk cId="4029208719" sldId="267"/>
            <ac:spMk id="15" creationId="{C959F4AE-1E84-F735-1041-860C4EE5C0DF}"/>
          </ac:spMkLst>
        </pc:spChg>
        <pc:spChg chg="mod">
          <ac:chgData name="Shlok Chatterjee" userId="S::szc0292@auburn.edu::1a359f03-4381-4291-92f2-ec9e18b04f6e" providerId="AD" clId="Web-{DB979825-E8C7-E090-BD62-0F93A82AA6E7}" dt="2026-09-23T17:51:55.033" v="32" actId="1076"/>
          <ac:spMkLst>
            <pc:docMk/>
            <pc:sldMk cId="4029208719" sldId="267"/>
            <ac:spMk id="26" creationId="{943C6B22-8F12-BAB0-428C-D3A6C68E4FA0}"/>
          </ac:spMkLst>
        </pc:spChg>
        <pc:spChg chg="del mod">
          <ac:chgData name="Shlok Chatterjee" userId="S::szc0292@auburn.edu::1a359f03-4381-4291-92f2-ec9e18b04f6e" providerId="AD" clId="Web-{DB979825-E8C7-E090-BD62-0F93A82AA6E7}" dt="2026-09-23T17:52:01.268" v="39"/>
          <ac:spMkLst>
            <pc:docMk/>
            <pc:sldMk cId="4029208719" sldId="267"/>
            <ac:spMk id="28" creationId="{9AC3B375-AD36-BE48-0014-0FA72866A895}"/>
          </ac:spMkLst>
        </pc:spChg>
        <pc:picChg chg="del">
          <ac:chgData name="Shlok Chatterjee" userId="S::szc0292@auburn.edu::1a359f03-4381-4291-92f2-ec9e18b04f6e" providerId="AD" clId="Web-{DB979825-E8C7-E090-BD62-0F93A82AA6E7}" dt="2026-09-23T17:52:02.252" v="40"/>
          <ac:picMkLst>
            <pc:docMk/>
            <pc:sldMk cId="4029208719" sldId="267"/>
            <ac:picMk id="10" creationId="{8AAC743A-9878-E195-4515-3F722781D0F9}"/>
          </ac:picMkLst>
        </pc:picChg>
        <pc:picChg chg="add del mod">
          <ac:chgData name="Shlok Chatterjee" userId="S::szc0292@auburn.edu::1a359f03-4381-4291-92f2-ec9e18b04f6e" providerId="AD" clId="Web-{DB979825-E8C7-E090-BD62-0F93A82AA6E7}" dt="2026-09-23T17:53:48.802" v="107"/>
          <ac:picMkLst>
            <pc:docMk/>
            <pc:sldMk cId="4029208719" sldId="267"/>
            <ac:picMk id="16" creationId="{05CEBAFB-2C4E-6268-3078-9C3919788F5E}"/>
          </ac:picMkLst>
        </pc:picChg>
        <pc:picChg chg="add del mod">
          <ac:chgData name="Shlok Chatterjee" userId="S::szc0292@auburn.edu::1a359f03-4381-4291-92f2-ec9e18b04f6e" providerId="AD" clId="Web-{DB979825-E8C7-E090-BD62-0F93A82AA6E7}" dt="2026-09-23T17:53:52.537" v="110"/>
          <ac:picMkLst>
            <pc:docMk/>
            <pc:sldMk cId="4029208719" sldId="267"/>
            <ac:picMk id="17" creationId="{ADB311E2-27CF-5058-AE48-5153BB5751BC}"/>
          </ac:picMkLst>
        </pc:picChg>
        <pc:picChg chg="add mod">
          <ac:chgData name="Shlok Chatterjee" userId="S::szc0292@auburn.edu::1a359f03-4381-4291-92f2-ec9e18b04f6e" providerId="AD" clId="Web-{DB979825-E8C7-E090-BD62-0F93A82AA6E7}" dt="2026-09-23T17:54:09.053" v="116" actId="1076"/>
          <ac:picMkLst>
            <pc:docMk/>
            <pc:sldMk cId="4029208719" sldId="267"/>
            <ac:picMk id="18" creationId="{798FE8D4-14B4-CA34-EC97-E61CF0311ED0}"/>
          </ac:picMkLst>
        </pc:picChg>
        <pc:picChg chg="add mod">
          <ac:chgData name="Shlok Chatterjee" userId="S::szc0292@auburn.edu::1a359f03-4381-4291-92f2-ec9e18b04f6e" providerId="AD" clId="Web-{DB979825-E8C7-E090-BD62-0F93A82AA6E7}" dt="2026-09-23T17:58:49.671" v="117"/>
          <ac:picMkLst>
            <pc:docMk/>
            <pc:sldMk cId="4029208719" sldId="267"/>
            <ac:picMk id="19" creationId="{07AE9F68-84D3-5495-3FA8-1D87C526CD1C}"/>
          </ac:picMkLst>
        </pc:picChg>
      </pc:sldChg>
      <pc:sldChg chg="addSp">
        <pc:chgData name="Shlok Chatterjee" userId="S::szc0292@auburn.edu::1a359f03-4381-4291-92f2-ec9e18b04f6e" providerId="AD" clId="Web-{DB979825-E8C7-E090-BD62-0F93A82AA6E7}" dt="2026-09-23T17:52:11.518" v="44"/>
        <pc:sldMkLst>
          <pc:docMk/>
          <pc:sldMk cId="2081136275" sldId="271"/>
        </pc:sldMkLst>
        <pc:spChg chg="add">
          <ac:chgData name="Shlok Chatterjee" userId="S::szc0292@auburn.edu::1a359f03-4381-4291-92f2-ec9e18b04f6e" providerId="AD" clId="Web-{DB979825-E8C7-E090-BD62-0F93A82AA6E7}" dt="2026-09-23T17:52:11.518" v="44"/>
          <ac:spMkLst>
            <pc:docMk/>
            <pc:sldMk cId="2081136275" sldId="271"/>
            <ac:spMk id="4" creationId="{751ABDC0-C7A8-FB26-B232-DBA0DEC14C31}"/>
          </ac:spMkLst>
        </pc:spChg>
      </pc:sldChg>
      <pc:sldChg chg="delSp modSp">
        <pc:chgData name="Shlok Chatterjee" userId="S::szc0292@auburn.edu::1a359f03-4381-4291-92f2-ec9e18b04f6e" providerId="AD" clId="Web-{DB979825-E8C7-E090-BD62-0F93A82AA6E7}" dt="2026-09-23T20:03:59.765" v="127" actId="1076"/>
        <pc:sldMkLst>
          <pc:docMk/>
          <pc:sldMk cId="2332260684" sldId="272"/>
        </pc:sldMkLst>
        <pc:spChg chg="mod">
          <ac:chgData name="Shlok Chatterjee" userId="S::szc0292@auburn.edu::1a359f03-4381-4291-92f2-ec9e18b04f6e" providerId="AD" clId="Web-{DB979825-E8C7-E090-BD62-0F93A82AA6E7}" dt="2026-09-23T20:03:55.483" v="125" actId="20577"/>
          <ac:spMkLst>
            <pc:docMk/>
            <pc:sldMk cId="2332260684" sldId="272"/>
            <ac:spMk id="26" creationId="{8C42DF6C-2B8A-F7FD-F636-B88B99131B20}"/>
          </ac:spMkLst>
        </pc:spChg>
        <pc:spChg chg="mod">
          <ac:chgData name="Shlok Chatterjee" userId="S::szc0292@auburn.edu::1a359f03-4381-4291-92f2-ec9e18b04f6e" providerId="AD" clId="Web-{DB979825-E8C7-E090-BD62-0F93A82AA6E7}" dt="2026-09-23T20:03:59.765" v="127" actId="1076"/>
          <ac:spMkLst>
            <pc:docMk/>
            <pc:sldMk cId="2332260684" sldId="272"/>
            <ac:spMk id="28" creationId="{EF82570B-3E28-C564-63FB-B5699D1F4F04}"/>
          </ac:spMkLst>
        </pc:spChg>
        <pc:picChg chg="del">
          <ac:chgData name="Shlok Chatterjee" userId="S::szc0292@auburn.edu::1a359f03-4381-4291-92f2-ec9e18b04f6e" providerId="AD" clId="Web-{DB979825-E8C7-E090-BD62-0F93A82AA6E7}" dt="2026-09-23T20:03:56.687" v="126"/>
          <ac:picMkLst>
            <pc:docMk/>
            <pc:sldMk cId="2332260684" sldId="272"/>
            <ac:picMk id="4" creationId="{DC0C261A-C03B-3427-9D39-A617CDC1BF21}"/>
          </ac:picMkLst>
        </pc:picChg>
      </pc:sldChg>
      <pc:sldChg chg="add replId">
        <pc:chgData name="Shlok Chatterjee" userId="S::szc0292@auburn.edu::1a359f03-4381-4291-92f2-ec9e18b04f6e" providerId="AD" clId="Web-{DB979825-E8C7-E090-BD62-0F93A82AA6E7}" dt="2026-09-23T16:43:44.958" v="0"/>
        <pc:sldMkLst>
          <pc:docMk/>
          <pc:sldMk cId="3749112162" sldId="273"/>
        </pc:sldMkLst>
      </pc:sldChg>
    </pc:docChg>
  </pc:docChgLst>
  <pc:docChgLst>
    <pc:chgData name="Shlok Chatterjee" userId="S::szc0292@auburn.edu::1a359f03-4381-4291-92f2-ec9e18b04f6e" providerId="AD" clId="Web-{9250C327-26EC-E765-595F-78A7EBEDC678}"/>
    <pc:docChg chg="addSld delSld modSld">
      <pc:chgData name="Shlok Chatterjee" userId="S::szc0292@auburn.edu::1a359f03-4381-4291-92f2-ec9e18b04f6e" providerId="AD" clId="Web-{9250C327-26EC-E765-595F-78A7EBEDC678}" dt="2026-09-23T04:39:43.447" v="152" actId="1076"/>
      <pc:docMkLst>
        <pc:docMk/>
      </pc:docMkLst>
      <pc:sldChg chg="del">
        <pc:chgData name="Shlok Chatterjee" userId="S::szc0292@auburn.edu::1a359f03-4381-4291-92f2-ec9e18b04f6e" providerId="AD" clId="Web-{9250C327-26EC-E765-595F-78A7EBEDC678}" dt="2026-09-23T03:22:37.500" v="0"/>
        <pc:sldMkLst>
          <pc:docMk/>
          <pc:sldMk cId="2652251664" sldId="266"/>
        </pc:sldMkLst>
      </pc:sldChg>
      <pc:sldChg chg="addSp delSp modSp">
        <pc:chgData name="Shlok Chatterjee" userId="S::szc0292@auburn.edu::1a359f03-4381-4291-92f2-ec9e18b04f6e" providerId="AD" clId="Web-{9250C327-26EC-E765-595F-78A7EBEDC678}" dt="2026-09-23T04:17:05.591" v="131" actId="1076"/>
        <pc:sldMkLst>
          <pc:docMk/>
          <pc:sldMk cId="4029208719" sldId="267"/>
        </pc:sldMkLst>
        <pc:spChg chg="add mod">
          <ac:chgData name="Shlok Chatterjee" userId="S::szc0292@auburn.edu::1a359f03-4381-4291-92f2-ec9e18b04f6e" providerId="AD" clId="Web-{9250C327-26EC-E765-595F-78A7EBEDC678}" dt="2026-09-23T04:16:45.309" v="127" actId="14100"/>
          <ac:spMkLst>
            <pc:docMk/>
            <pc:sldMk cId="4029208719" sldId="267"/>
            <ac:spMk id="5" creationId="{9E90FE48-BB1C-40E8-6A69-9C9201EB3105}"/>
          </ac:spMkLst>
        </pc:spChg>
        <pc:spChg chg="add mod">
          <ac:chgData name="Shlok Chatterjee" userId="S::szc0292@auburn.edu::1a359f03-4381-4291-92f2-ec9e18b04f6e" providerId="AD" clId="Web-{9250C327-26EC-E765-595F-78A7EBEDC678}" dt="2026-09-23T04:16:45.309" v="126" actId="14100"/>
          <ac:spMkLst>
            <pc:docMk/>
            <pc:sldMk cId="4029208719" sldId="267"/>
            <ac:spMk id="6" creationId="{F72D37A8-357A-DFE3-C89A-D759EDB4D6C2}"/>
          </ac:spMkLst>
        </pc:spChg>
        <pc:spChg chg="add mod">
          <ac:chgData name="Shlok Chatterjee" userId="S::szc0292@auburn.edu::1a359f03-4381-4291-92f2-ec9e18b04f6e" providerId="AD" clId="Web-{9250C327-26EC-E765-595F-78A7EBEDC678}" dt="2026-09-23T04:16:57.075" v="129" actId="1076"/>
          <ac:spMkLst>
            <pc:docMk/>
            <pc:sldMk cId="4029208719" sldId="267"/>
            <ac:spMk id="7" creationId="{26DA85AB-E788-AF22-7570-08276431C1CD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92"/>
          <ac:spMkLst>
            <pc:docMk/>
            <pc:sldMk cId="4029208719" sldId="267"/>
            <ac:spMk id="8" creationId="{B5EE242F-F90F-36FA-3E32-8103671447FB}"/>
          </ac:spMkLst>
        </pc:spChg>
        <pc:spChg chg="add mod">
          <ac:chgData name="Shlok Chatterjee" userId="S::szc0292@auburn.edu::1a359f03-4381-4291-92f2-ec9e18b04f6e" providerId="AD" clId="Web-{9250C327-26EC-E765-595F-78A7EBEDC678}" dt="2026-09-23T04:17:05.591" v="131" actId="1076"/>
          <ac:spMkLst>
            <pc:docMk/>
            <pc:sldMk cId="4029208719" sldId="267"/>
            <ac:spMk id="9" creationId="{25AB0909-D16E-4A0C-5424-BF5A90C1ED5B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91"/>
          <ac:spMkLst>
            <pc:docMk/>
            <pc:sldMk cId="4029208719" sldId="267"/>
            <ac:spMk id="13" creationId="{4F7502A2-2625-C122-FC6F-58ACEA0552E8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88"/>
          <ac:spMkLst>
            <pc:docMk/>
            <pc:sldMk cId="4029208719" sldId="267"/>
            <ac:spMk id="14" creationId="{AFE1827B-F2CE-79CA-C604-89780D0A1EFF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90"/>
          <ac:spMkLst>
            <pc:docMk/>
            <pc:sldMk cId="4029208719" sldId="267"/>
            <ac:spMk id="18" creationId="{A7DF0652-EE75-72CB-35FA-30FC14444D40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89"/>
          <ac:spMkLst>
            <pc:docMk/>
            <pc:sldMk cId="4029208719" sldId="267"/>
            <ac:spMk id="20" creationId="{E3024E7C-2792-7995-7BAA-04E1B274BEE6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87"/>
          <ac:spMkLst>
            <pc:docMk/>
            <pc:sldMk cId="4029208719" sldId="267"/>
            <ac:spMk id="22" creationId="{C7584CC6-0DDC-2733-A31E-FC25A226BFAE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86"/>
          <ac:spMkLst>
            <pc:docMk/>
            <pc:sldMk cId="4029208719" sldId="267"/>
            <ac:spMk id="24" creationId="{A07C0799-A8B6-0FA9-64A9-E900FCDC1E40}"/>
          </ac:spMkLst>
        </pc:spChg>
        <pc:spChg chg="del">
          <ac:chgData name="Shlok Chatterjee" userId="S::szc0292@auburn.edu::1a359f03-4381-4291-92f2-ec9e18b04f6e" providerId="AD" clId="Web-{9250C327-26EC-E765-595F-78A7EBEDC678}" dt="2026-09-23T04:15:06.711" v="85"/>
          <ac:spMkLst>
            <pc:docMk/>
            <pc:sldMk cId="4029208719" sldId="267"/>
            <ac:spMk id="25" creationId="{DA3D3B6A-E699-D57B-AAB5-F01AE8F10604}"/>
          </ac:spMkLst>
        </pc:spChg>
        <pc:spChg chg="mod">
          <ac:chgData name="Shlok Chatterjee" userId="S::szc0292@auburn.edu::1a359f03-4381-4291-92f2-ec9e18b04f6e" providerId="AD" clId="Web-{9250C327-26EC-E765-595F-78A7EBEDC678}" dt="2026-09-23T04:11:05.203" v="15" actId="1076"/>
          <ac:spMkLst>
            <pc:docMk/>
            <pc:sldMk cId="4029208719" sldId="267"/>
            <ac:spMk id="26" creationId="{943C6B22-8F12-BAB0-428C-D3A6C68E4FA0}"/>
          </ac:spMkLst>
        </pc:spChg>
        <pc:spChg chg="mod">
          <ac:chgData name="Shlok Chatterjee" userId="S::szc0292@auburn.edu::1a359f03-4381-4291-92f2-ec9e18b04f6e" providerId="AD" clId="Web-{9250C327-26EC-E765-595F-78A7EBEDC678}" dt="2026-09-23T04:15:02.930" v="84" actId="20577"/>
          <ac:spMkLst>
            <pc:docMk/>
            <pc:sldMk cId="4029208719" sldId="267"/>
            <ac:spMk id="28" creationId="{9AC3B375-AD36-BE48-0014-0FA72866A895}"/>
          </ac:spMkLst>
        </pc:spChg>
        <pc:picChg chg="del mod">
          <ac:chgData name="Shlok Chatterjee" userId="S::szc0292@auburn.edu::1a359f03-4381-4291-92f2-ec9e18b04f6e" providerId="AD" clId="Web-{9250C327-26EC-E765-595F-78A7EBEDC678}" dt="2026-09-23T04:15:07.352" v="93"/>
          <ac:picMkLst>
            <pc:docMk/>
            <pc:sldMk cId="4029208719" sldId="267"/>
            <ac:picMk id="4" creationId="{CB48BAED-C939-8436-CA02-A2DC35DA02E5}"/>
          </ac:picMkLst>
        </pc:picChg>
      </pc:sldChg>
      <pc:sldChg chg="addSp delSp modSp add replId">
        <pc:chgData name="Shlok Chatterjee" userId="S::szc0292@auburn.edu::1a359f03-4381-4291-92f2-ec9e18b04f6e" providerId="AD" clId="Web-{9250C327-26EC-E765-595F-78A7EBEDC678}" dt="2026-09-23T04:39:43.447" v="152" actId="1076"/>
        <pc:sldMkLst>
          <pc:docMk/>
          <pc:sldMk cId="2332260684" sldId="272"/>
        </pc:sldMkLst>
        <pc:spChg chg="del">
          <ac:chgData name="Shlok Chatterjee" userId="S::szc0292@auburn.edu::1a359f03-4381-4291-92f2-ec9e18b04f6e" providerId="AD" clId="Web-{9250C327-26EC-E765-595F-78A7EBEDC678}" dt="2026-09-23T04:39:39.557" v="150"/>
          <ac:spMkLst>
            <pc:docMk/>
            <pc:sldMk cId="2332260684" sldId="272"/>
            <ac:spMk id="5" creationId="{286CBD22-A87A-C805-64B2-D82172517F09}"/>
          </ac:spMkLst>
        </pc:spChg>
        <pc:spChg chg="del">
          <ac:chgData name="Shlok Chatterjee" userId="S::szc0292@auburn.edu::1a359f03-4381-4291-92f2-ec9e18b04f6e" providerId="AD" clId="Web-{9250C327-26EC-E765-595F-78A7EBEDC678}" dt="2026-09-23T04:39:39.557" v="149"/>
          <ac:spMkLst>
            <pc:docMk/>
            <pc:sldMk cId="2332260684" sldId="272"/>
            <ac:spMk id="6" creationId="{8686172E-CD60-C24E-E7BA-2C3DE0B69C4F}"/>
          </ac:spMkLst>
        </pc:spChg>
        <pc:spChg chg="del">
          <ac:chgData name="Shlok Chatterjee" userId="S::szc0292@auburn.edu::1a359f03-4381-4291-92f2-ec9e18b04f6e" providerId="AD" clId="Web-{9250C327-26EC-E765-595F-78A7EBEDC678}" dt="2026-09-23T04:39:39.557" v="148"/>
          <ac:spMkLst>
            <pc:docMk/>
            <pc:sldMk cId="2332260684" sldId="272"/>
            <ac:spMk id="7" creationId="{ADD23501-1DF4-8DE6-E531-55F2ADF24F05}"/>
          </ac:spMkLst>
        </pc:spChg>
        <pc:spChg chg="del">
          <ac:chgData name="Shlok Chatterjee" userId="S::szc0292@auburn.edu::1a359f03-4381-4291-92f2-ec9e18b04f6e" providerId="AD" clId="Web-{9250C327-26EC-E765-595F-78A7EBEDC678}" dt="2026-09-23T04:39:39.557" v="147"/>
          <ac:spMkLst>
            <pc:docMk/>
            <pc:sldMk cId="2332260684" sldId="272"/>
            <ac:spMk id="9" creationId="{39ED175B-0E44-B0F5-D157-3C8EB4650F81}"/>
          </ac:spMkLst>
        </pc:spChg>
        <pc:spChg chg="mod">
          <ac:chgData name="Shlok Chatterjee" userId="S::szc0292@auburn.edu::1a359f03-4381-4291-92f2-ec9e18b04f6e" providerId="AD" clId="Web-{9250C327-26EC-E765-595F-78A7EBEDC678}" dt="2026-09-23T04:39:38.307" v="146" actId="20577"/>
          <ac:spMkLst>
            <pc:docMk/>
            <pc:sldMk cId="2332260684" sldId="272"/>
            <ac:spMk id="26" creationId="{8C42DF6C-2B8A-F7FD-F636-B88B99131B20}"/>
          </ac:spMkLst>
        </pc:spChg>
        <pc:spChg chg="mod">
          <ac:chgData name="Shlok Chatterjee" userId="S::szc0292@auburn.edu::1a359f03-4381-4291-92f2-ec9e18b04f6e" providerId="AD" clId="Web-{9250C327-26EC-E765-595F-78A7EBEDC678}" dt="2026-09-23T04:19:21.441" v="140" actId="14100"/>
          <ac:spMkLst>
            <pc:docMk/>
            <pc:sldMk cId="2332260684" sldId="272"/>
            <ac:spMk id="30" creationId="{D6B7D632-AACE-386E-7D4B-FC7200726868}"/>
          </ac:spMkLst>
        </pc:spChg>
        <pc:spChg chg="mod">
          <ac:chgData name="Shlok Chatterjee" userId="S::szc0292@auburn.edu::1a359f03-4381-4291-92f2-ec9e18b04f6e" providerId="AD" clId="Web-{9250C327-26EC-E765-595F-78A7EBEDC678}" dt="2026-09-23T04:19:12.112" v="138" actId="20577"/>
          <ac:spMkLst>
            <pc:docMk/>
            <pc:sldMk cId="2332260684" sldId="272"/>
            <ac:spMk id="44" creationId="{B642E4A3-E764-8BC4-51AC-E2AA9501ED1B}"/>
          </ac:spMkLst>
        </pc:spChg>
        <pc:picChg chg="add mod">
          <ac:chgData name="Shlok Chatterjee" userId="S::szc0292@auburn.edu::1a359f03-4381-4291-92f2-ec9e18b04f6e" providerId="AD" clId="Web-{9250C327-26EC-E765-595F-78A7EBEDC678}" dt="2026-09-23T04:39:43.447" v="152" actId="1076"/>
          <ac:picMkLst>
            <pc:docMk/>
            <pc:sldMk cId="2332260684" sldId="272"/>
            <ac:picMk id="4" creationId="{DC0C261A-C03B-3427-9D39-A617CDC1BF21}"/>
          </ac:picMkLst>
        </pc:picChg>
      </pc:sldChg>
    </pc:docChg>
  </pc:docChgLst>
  <pc:docChgLst>
    <pc:chgData name="Shlok Chatterjee" userId="S::szc0292@auburn.edu::1a359f03-4381-4291-92f2-ec9e18b04f6e" providerId="AD" clId="Web-{76902C92-6268-4EC4-8F03-AB300AE0ED74}"/>
    <pc:docChg chg="modSld addMainMaster delMainMaster">
      <pc:chgData name="Shlok Chatterjee" userId="S::szc0292@auburn.edu::1a359f03-4381-4291-92f2-ec9e18b04f6e" providerId="AD" clId="Web-{76902C92-6268-4EC4-8F03-AB300AE0ED74}" dt="2026-09-01T01:31:09.987" v="111" actId="20577"/>
      <pc:docMkLst>
        <pc:docMk/>
      </pc:docMkLst>
      <pc:sldChg chg="addSp delSp modSp mod setBg modClrScheme chgLayout">
        <pc:chgData name="Shlok Chatterjee" userId="S::szc0292@auburn.edu::1a359f03-4381-4291-92f2-ec9e18b04f6e" providerId="AD" clId="Web-{76902C92-6268-4EC4-8F03-AB300AE0ED74}" dt="2026-09-01T01:31:09.987" v="111" actId="20577"/>
        <pc:sldMkLst>
          <pc:docMk/>
          <pc:sldMk cId="1505124366" sldId="256"/>
        </pc:sldMkLst>
        <pc:spChg chg="add mod">
          <ac:chgData name="Shlok Chatterjee" userId="S::szc0292@auburn.edu::1a359f03-4381-4291-92f2-ec9e18b04f6e" providerId="AD" clId="Web-{76902C92-6268-4EC4-8F03-AB300AE0ED74}" dt="2026-09-01T01:31:09.987" v="111" actId="20577"/>
          <ac:spMkLst>
            <pc:docMk/>
            <pc:sldMk cId="1505124366" sldId="256"/>
            <ac:spMk id="11" creationId="{2FE9FF85-0124-FED5-7DC2-ADC836D2BDAE}"/>
          </ac:spMkLst>
        </pc:spChg>
        <pc:picChg chg="add mod modCrop">
          <ac:chgData name="Shlok Chatterjee" userId="S::szc0292@auburn.edu::1a359f03-4381-4291-92f2-ec9e18b04f6e" providerId="AD" clId="Web-{76902C92-6268-4EC4-8F03-AB300AE0ED74}" dt="2026-09-01T01:30:29.406" v="58" actId="1076"/>
          <ac:picMkLst>
            <pc:docMk/>
            <pc:sldMk cId="1505124366" sldId="256"/>
            <ac:picMk id="10" creationId="{9C715E07-493E-9B05-C5E0-589925A6145E}"/>
          </ac:picMkLst>
        </pc:picChg>
      </pc:sldChg>
      <pc:sldMasterChg chg="add del addSldLayout delSldLayout">
        <pc:chgData name="Shlok Chatterjee" userId="S::szc0292@auburn.edu::1a359f03-4381-4291-92f2-ec9e18b04f6e" providerId="AD" clId="Web-{76902C92-6268-4EC4-8F03-AB300AE0ED74}" dt="2026-09-01T01:26:48.827" v="35"/>
        <pc:sldMasterMkLst>
          <pc:docMk/>
          <pc:sldMasterMk cId="4001907872" sldId="2147483648"/>
        </pc:sldMasterMkLst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723180890" sldId="2147483649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826809328" sldId="2147483650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463548677" sldId="2147483651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23646467" sldId="2147483652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26314443" sldId="2147483653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62112105" sldId="2147483654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861841181" sldId="2147483655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684363774" sldId="2147483656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892894297" sldId="2147483657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681986320" sldId="2147483658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Jack Elsea" userId="S::jwe0023@auburn.edu::b131062b-0b31-4c99-80ce-b132788587c6" providerId="AD" clId="Web-{B1743FA8-E389-2007-C8CC-B067BD22DE9E}"/>
    <pc:docChg chg="addSld delSld modSld sldOrd">
      <pc:chgData name="Jack Elsea" userId="S::jwe0023@auburn.edu::b131062b-0b31-4c99-80ce-b132788587c6" providerId="AD" clId="Web-{B1743FA8-E389-2007-C8CC-B067BD22DE9E}" dt="2026-09-09T21:49:05.048" v="3852" actId="20577"/>
      <pc:docMkLst>
        <pc:docMk/>
      </pc:docMkLst>
      <pc:sldChg chg="addSp delSp modSp add replId">
        <pc:chgData name="Jack Elsea" userId="S::jwe0023@auburn.edu::b131062b-0b31-4c99-80ce-b132788587c6" providerId="AD" clId="Web-{B1743FA8-E389-2007-C8CC-B067BD22DE9E}" dt="2026-09-09T20:41:19.970" v="723" actId="1076"/>
        <pc:sldMkLst>
          <pc:docMk/>
          <pc:sldMk cId="4029208719" sldId="267"/>
        </pc:sldMkLst>
        <pc:spChg chg="mod">
          <ac:chgData name="Jack Elsea" userId="S::jwe0023@auburn.edu::b131062b-0b31-4c99-80ce-b132788587c6" providerId="AD" clId="Web-{B1743FA8-E389-2007-C8CC-B067BD22DE9E}" dt="2026-09-09T20:40:04.918" v="713" actId="1076"/>
          <ac:spMkLst>
            <pc:docMk/>
            <pc:sldMk cId="4029208719" sldId="267"/>
            <ac:spMk id="26" creationId="{943C6B22-8F12-BAB0-428C-D3A6C68E4FA0}"/>
          </ac:spMkLst>
        </pc:spChg>
        <pc:spChg chg="add mod">
          <ac:chgData name="Jack Elsea" userId="S::jwe0023@auburn.edu::b131062b-0b31-4c99-80ce-b132788587c6" providerId="AD" clId="Web-{B1743FA8-E389-2007-C8CC-B067BD22DE9E}" dt="2026-09-09T20:41:19.970" v="723" actId="1076"/>
          <ac:spMkLst>
            <pc:docMk/>
            <pc:sldMk cId="4029208719" sldId="267"/>
            <ac:spMk id="30" creationId="{42DB0D10-E1E0-D08C-546B-38D6435C9D26}"/>
          </ac:spMkLst>
        </pc:spChg>
        <pc:spChg chg="ord">
          <ac:chgData name="Jack Elsea" userId="S::jwe0023@auburn.edu::b131062b-0b31-4c99-80ce-b132788587c6" providerId="AD" clId="Web-{B1743FA8-E389-2007-C8CC-B067BD22DE9E}" dt="2026-09-09T20:41:10.172" v="721"/>
          <ac:spMkLst>
            <pc:docMk/>
            <pc:sldMk cId="4029208719" sldId="267"/>
            <ac:spMk id="44" creationId="{5DB5E8FF-AA0B-214E-0F1B-C39CD73FB8DE}"/>
          </ac:spMkLst>
        </pc:spChg>
        <pc:picChg chg="ord">
          <ac:chgData name="Jack Elsea" userId="S::jwe0023@auburn.edu::b131062b-0b31-4c99-80ce-b132788587c6" providerId="AD" clId="Web-{B1743FA8-E389-2007-C8CC-B067BD22DE9E}" dt="2026-09-09T20:30:05.704" v="127"/>
          <ac:picMkLst>
            <pc:docMk/>
            <pc:sldMk cId="4029208719" sldId="267"/>
            <ac:picMk id="48" creationId="{FC2E32C6-5624-C209-A931-1F9FA26F67E4}"/>
          </ac:picMkLst>
        </pc:picChg>
      </pc:sldChg>
    </pc:docChg>
  </pc:docChgLst>
  <pc:docChgLst>
    <pc:chgData name="Shlok Chatterjee" userId="S::szc0292@auburn.edu::1a359f03-4381-4291-92f2-ec9e18b04f6e" providerId="AD" clId="Web-{5EB44FFB-B3DA-FC8A-17B2-E7CB63BD9B57}"/>
    <pc:docChg chg="modSld">
      <pc:chgData name="Shlok Chatterjee" userId="S::szc0292@auburn.edu::1a359f03-4381-4291-92f2-ec9e18b04f6e" providerId="AD" clId="Web-{5EB44FFB-B3DA-FC8A-17B2-E7CB63BD9B57}" dt="2026-09-08T03:57:13.008" v="14" actId="20577"/>
      <pc:docMkLst>
        <pc:docMk/>
      </pc:docMkLst>
    </pc:docChg>
  </pc:docChgLst>
  <pc:docChgLst>
    <pc:chgData name="Jack Elsea" userId="S::jwe0023@auburn.edu::b131062b-0b31-4c99-80ce-b132788587c6" providerId="AD" clId="Web-{9B52D425-C643-3A06-22DC-D3DBE3940317}"/>
    <pc:docChg chg="modSld">
      <pc:chgData name="Jack Elsea" userId="S::jwe0023@auburn.edu::b131062b-0b31-4c99-80ce-b132788587c6" providerId="AD" clId="Web-{9B52D425-C643-3A06-22DC-D3DBE3940317}" dt="2026-09-02T19:45:58.123" v="155" actId="20577"/>
      <pc:docMkLst>
        <pc:docMk/>
      </pc:docMkLst>
    </pc:docChg>
  </pc:docChgLst>
  <pc:docChgLst>
    <pc:chgData name="Shlok Chatterjee" userId="1a359f03-4381-4291-92f2-ec9e18b04f6e" providerId="ADAL" clId="{142FBF24-FA81-4AB4-AB0B-862216B20CE9}"/>
    <pc:docChg chg="undo custSel addSld delSld modSld sldOrd modMainMaster">
      <pc:chgData name="Shlok Chatterjee" userId="1a359f03-4381-4291-92f2-ec9e18b04f6e" providerId="ADAL" clId="{142FBF24-FA81-4AB4-AB0B-862216B20CE9}" dt="2026-09-23T22:33:14.560" v="4947" actId="14100"/>
      <pc:docMkLst>
        <pc:docMk/>
      </pc:docMkLst>
      <pc:sldChg chg="addSp delSp modSp mod setBg">
        <pc:chgData name="Shlok Chatterjee" userId="1a359f03-4381-4291-92f2-ec9e18b04f6e" providerId="ADAL" clId="{142FBF24-FA81-4AB4-AB0B-862216B20CE9}" dt="2026-09-23T20:51:31.477" v="4188" actId="22"/>
        <pc:sldMkLst>
          <pc:docMk/>
          <pc:sldMk cId="1505124366" sldId="256"/>
        </pc:sldMkLst>
        <pc:spChg chg="add del">
          <ac:chgData name="Shlok Chatterjee" userId="1a359f03-4381-4291-92f2-ec9e18b04f6e" providerId="ADAL" clId="{142FBF24-FA81-4AB4-AB0B-862216B20CE9}" dt="2026-09-23T20:51:31.477" v="4188" actId="22"/>
          <ac:spMkLst>
            <pc:docMk/>
            <pc:sldMk cId="1505124366" sldId="256"/>
            <ac:spMk id="3" creationId="{7F491A19-6560-EC99-63F4-3799679939D0}"/>
          </ac:spMkLst>
        </pc:spChg>
        <pc:spChg chg="mod">
          <ac:chgData name="Shlok Chatterjee" userId="1a359f03-4381-4291-92f2-ec9e18b04f6e" providerId="ADAL" clId="{142FBF24-FA81-4AB4-AB0B-862216B20CE9}" dt="2026-09-01T01:32:40.365" v="0"/>
          <ac:spMkLst>
            <pc:docMk/>
            <pc:sldMk cId="1505124366" sldId="256"/>
            <ac:spMk id="11" creationId="{2FE9FF85-0124-FED5-7DC2-ADC836D2BDAE}"/>
          </ac:spMkLst>
        </pc:spChg>
        <pc:spChg chg="mod">
          <ac:chgData name="Shlok Chatterjee" userId="1a359f03-4381-4291-92f2-ec9e18b04f6e" providerId="ADAL" clId="{142FBF24-FA81-4AB4-AB0B-862216B20CE9}" dt="2026-09-09T21:09:11.690" v="1964" actId="1036"/>
          <ac:spMkLst>
            <pc:docMk/>
            <pc:sldMk cId="1505124366" sldId="256"/>
            <ac:spMk id="13" creationId="{25C0C4A9-7382-F449-CDBA-FBFF9AD6DD21}"/>
          </ac:spMkLst>
        </pc:spChg>
      </pc:sldChg>
      <pc:sldChg chg="addSp delSp modSp mod">
        <pc:chgData name="Shlok Chatterjee" userId="1a359f03-4381-4291-92f2-ec9e18b04f6e" providerId="ADAL" clId="{142FBF24-FA81-4AB4-AB0B-862216B20CE9}" dt="2026-09-23T21:35:25.405" v="4550" actId="20577"/>
        <pc:sldMkLst>
          <pc:docMk/>
          <pc:sldMk cId="4029208719" sldId="267"/>
        </pc:sldMkLst>
        <pc:spChg chg="mod">
          <ac:chgData name="Shlok Chatterjee" userId="1a359f03-4381-4291-92f2-ec9e18b04f6e" providerId="ADAL" clId="{142FBF24-FA81-4AB4-AB0B-862216B20CE9}" dt="2026-09-23T20:19:39.460" v="2143" actId="1076"/>
          <ac:spMkLst>
            <pc:docMk/>
            <pc:sldMk cId="4029208719" sldId="267"/>
            <ac:spMk id="12" creationId="{7F396CE4-99BB-B6EF-2EEF-C2822157AEA0}"/>
          </ac:spMkLst>
        </pc:spChg>
        <pc:spChg chg="mod">
          <ac:chgData name="Shlok Chatterjee" userId="1a359f03-4381-4291-92f2-ec9e18b04f6e" providerId="ADAL" clId="{142FBF24-FA81-4AB4-AB0B-862216B20CE9}" dt="2026-09-23T20:19:39.460" v="2143" actId="1076"/>
          <ac:spMkLst>
            <pc:docMk/>
            <pc:sldMk cId="4029208719" sldId="267"/>
            <ac:spMk id="13" creationId="{2F2D1834-C648-1965-60A6-82DFAA611B26}"/>
          </ac:spMkLst>
        </pc:spChg>
        <pc:spChg chg="mod">
          <ac:chgData name="Shlok Chatterjee" userId="1a359f03-4381-4291-92f2-ec9e18b04f6e" providerId="ADAL" clId="{142FBF24-FA81-4AB4-AB0B-862216B20CE9}" dt="2026-09-23T20:19:39.460" v="2143" actId="1076"/>
          <ac:spMkLst>
            <pc:docMk/>
            <pc:sldMk cId="4029208719" sldId="267"/>
            <ac:spMk id="14" creationId="{7849FB0D-865B-98C4-E197-39835A47422D}"/>
          </ac:spMkLst>
        </pc:spChg>
        <pc:spChg chg="mod">
          <ac:chgData name="Shlok Chatterjee" userId="1a359f03-4381-4291-92f2-ec9e18b04f6e" providerId="ADAL" clId="{142FBF24-FA81-4AB4-AB0B-862216B20CE9}" dt="2026-09-23T20:19:39.460" v="2143" actId="1076"/>
          <ac:spMkLst>
            <pc:docMk/>
            <pc:sldMk cId="4029208719" sldId="267"/>
            <ac:spMk id="15" creationId="{C959F4AE-1E84-F735-1041-860C4EE5C0DF}"/>
          </ac:spMkLst>
        </pc:spChg>
        <pc:spChg chg="mod">
          <ac:chgData name="Shlok Chatterjee" userId="1a359f03-4381-4291-92f2-ec9e18b04f6e" providerId="ADAL" clId="{142FBF24-FA81-4AB4-AB0B-862216B20CE9}" dt="2026-09-23T21:35:25.405" v="4550" actId="20577"/>
          <ac:spMkLst>
            <pc:docMk/>
            <pc:sldMk cId="4029208719" sldId="267"/>
            <ac:spMk id="30" creationId="{42DB0D10-E1E0-D08C-546B-38D6435C9D26}"/>
          </ac:spMkLst>
        </pc:spChg>
        <pc:picChg chg="add del">
          <ac:chgData name="Shlok Chatterjee" userId="1a359f03-4381-4291-92f2-ec9e18b04f6e" providerId="ADAL" clId="{142FBF24-FA81-4AB4-AB0B-862216B20CE9}" dt="2026-09-23T20:17:53.377" v="2132" actId="478"/>
          <ac:picMkLst>
            <pc:docMk/>
            <pc:sldMk cId="4029208719" sldId="267"/>
            <ac:picMk id="4" creationId="{0682875C-88D9-3D0D-C127-D8C18C6FDD89}"/>
          </ac:picMkLst>
        </pc:picChg>
        <pc:picChg chg="add del mod">
          <ac:chgData name="Shlok Chatterjee" userId="1a359f03-4381-4291-92f2-ec9e18b04f6e" providerId="ADAL" clId="{142FBF24-FA81-4AB4-AB0B-862216B20CE9}" dt="2026-09-23T20:19:29.751" v="2142" actId="478"/>
          <ac:picMkLst>
            <pc:docMk/>
            <pc:sldMk cId="4029208719" sldId="267"/>
            <ac:picMk id="5" creationId="{5B06A170-B558-D2A6-99AE-7C9A3D82DB9C}"/>
          </ac:picMkLst>
        </pc:picChg>
        <pc:picChg chg="add del">
          <ac:chgData name="Shlok Chatterjee" userId="1a359f03-4381-4291-92f2-ec9e18b04f6e" providerId="ADAL" clId="{142FBF24-FA81-4AB4-AB0B-862216B20CE9}" dt="2026-09-23T20:20:13.531" v="2146" actId="478"/>
          <ac:picMkLst>
            <pc:docMk/>
            <pc:sldMk cId="4029208719" sldId="267"/>
            <ac:picMk id="6" creationId="{E4A16078-775C-5585-0C91-AE579B46F810}"/>
          </ac:picMkLst>
        </pc:picChg>
        <pc:picChg chg="add mod">
          <ac:chgData name="Shlok Chatterjee" userId="1a359f03-4381-4291-92f2-ec9e18b04f6e" providerId="ADAL" clId="{142FBF24-FA81-4AB4-AB0B-862216B20CE9}" dt="2026-09-23T20:20:29.445" v="2152" actId="1076"/>
          <ac:picMkLst>
            <pc:docMk/>
            <pc:sldMk cId="4029208719" sldId="267"/>
            <ac:picMk id="7" creationId="{16067195-79F9-6462-E5A3-B49002CB7540}"/>
          </ac:picMkLst>
        </pc:picChg>
        <pc:picChg chg="add mod">
          <ac:chgData name="Shlok Chatterjee" userId="1a359f03-4381-4291-92f2-ec9e18b04f6e" providerId="ADAL" clId="{142FBF24-FA81-4AB4-AB0B-862216B20CE9}" dt="2026-09-23T20:21:00.010" v="2158" actId="1076"/>
          <ac:picMkLst>
            <pc:docMk/>
            <pc:sldMk cId="4029208719" sldId="267"/>
            <ac:picMk id="8" creationId="{CB133AAC-47AB-E78B-5A38-EEAF0EC462F3}"/>
          </ac:picMkLst>
        </pc:picChg>
        <pc:picChg chg="add mod">
          <ac:chgData name="Shlok Chatterjee" userId="1a359f03-4381-4291-92f2-ec9e18b04f6e" providerId="ADAL" clId="{142FBF24-FA81-4AB4-AB0B-862216B20CE9}" dt="2026-09-23T20:21:19.396" v="2164" actId="1076"/>
          <ac:picMkLst>
            <pc:docMk/>
            <pc:sldMk cId="4029208719" sldId="267"/>
            <ac:picMk id="9" creationId="{C675A170-D1F4-4A69-8982-2F41E3CB711B}"/>
          </ac:picMkLst>
        </pc:picChg>
        <pc:picChg chg="add mod">
          <ac:chgData name="Shlok Chatterjee" userId="1a359f03-4381-4291-92f2-ec9e18b04f6e" providerId="ADAL" clId="{142FBF24-FA81-4AB4-AB0B-862216B20CE9}" dt="2026-09-23T20:25:31.095" v="2181" actId="1076"/>
          <ac:picMkLst>
            <pc:docMk/>
            <pc:sldMk cId="4029208719" sldId="267"/>
            <ac:picMk id="10" creationId="{BEDC568E-EF80-27E1-B822-BCD8E95D901B}"/>
          </ac:picMkLst>
        </pc:picChg>
        <pc:picChg chg="add mod">
          <ac:chgData name="Shlok Chatterjee" userId="1a359f03-4381-4291-92f2-ec9e18b04f6e" providerId="ADAL" clId="{142FBF24-FA81-4AB4-AB0B-862216B20CE9}" dt="2026-09-23T20:26:27.532" v="2195" actId="1076"/>
          <ac:picMkLst>
            <pc:docMk/>
            <pc:sldMk cId="4029208719" sldId="267"/>
            <ac:picMk id="11" creationId="{4E633046-2477-0521-5E64-54424ECA1D03}"/>
          </ac:picMkLst>
        </pc:picChg>
        <pc:picChg chg="add del mod">
          <ac:chgData name="Shlok Chatterjee" userId="1a359f03-4381-4291-92f2-ec9e18b04f6e" providerId="ADAL" clId="{142FBF24-FA81-4AB4-AB0B-862216B20CE9}" dt="2026-09-23T20:26:12.600" v="2189" actId="478"/>
          <ac:picMkLst>
            <pc:docMk/>
            <pc:sldMk cId="4029208719" sldId="267"/>
            <ac:picMk id="16" creationId="{8AC31BC0-DE12-E7D3-B7D1-044D608F5634}"/>
          </ac:picMkLst>
        </pc:picChg>
        <pc:picChg chg="add mod">
          <ac:chgData name="Shlok Chatterjee" userId="1a359f03-4381-4291-92f2-ec9e18b04f6e" providerId="ADAL" clId="{142FBF24-FA81-4AB4-AB0B-862216B20CE9}" dt="2026-09-23T20:26:23.626" v="2193" actId="1076"/>
          <ac:picMkLst>
            <pc:docMk/>
            <pc:sldMk cId="4029208719" sldId="267"/>
            <ac:picMk id="17" creationId="{57D8CD3B-CC6F-4121-F977-1DEB0F78167D}"/>
          </ac:picMkLst>
        </pc:picChg>
        <pc:picChg chg="del mod">
          <ac:chgData name="Shlok Chatterjee" userId="1a359f03-4381-4291-92f2-ec9e18b04f6e" providerId="ADAL" clId="{142FBF24-FA81-4AB4-AB0B-862216B20CE9}" dt="2026-09-23T20:19:28.539" v="2141" actId="478"/>
          <ac:picMkLst>
            <pc:docMk/>
            <pc:sldMk cId="4029208719" sldId="267"/>
            <ac:picMk id="18" creationId="{798FE8D4-14B4-CA34-EC97-E61CF0311ED0}"/>
          </ac:picMkLst>
        </pc:picChg>
        <pc:picChg chg="del">
          <ac:chgData name="Shlok Chatterjee" userId="1a359f03-4381-4291-92f2-ec9e18b04f6e" providerId="ADAL" clId="{142FBF24-FA81-4AB4-AB0B-862216B20CE9}" dt="2026-09-23T20:06:49.876" v="1983" actId="478"/>
          <ac:picMkLst>
            <pc:docMk/>
            <pc:sldMk cId="4029208719" sldId="267"/>
            <ac:picMk id="19" creationId="{07AE9F68-84D3-5495-3FA8-1D87C526CD1C}"/>
          </ac:picMkLst>
        </pc:picChg>
        <pc:picChg chg="add mod">
          <ac:chgData name="Shlok Chatterjee" userId="1a359f03-4381-4291-92f2-ec9e18b04f6e" providerId="ADAL" clId="{142FBF24-FA81-4AB4-AB0B-862216B20CE9}" dt="2026-09-23T20:27:11.891" v="2200" actId="962"/>
          <ac:picMkLst>
            <pc:docMk/>
            <pc:sldMk cId="4029208719" sldId="267"/>
            <ac:picMk id="21" creationId="{C6D1C30F-09F5-6481-C755-23243483F3F3}"/>
          </ac:picMkLst>
        </pc:picChg>
        <pc:picChg chg="add del mod">
          <ac:chgData name="Shlok Chatterjee" userId="1a359f03-4381-4291-92f2-ec9e18b04f6e" providerId="ADAL" clId="{142FBF24-FA81-4AB4-AB0B-862216B20CE9}" dt="2026-09-23T20:27:33.311" v="2207" actId="478"/>
          <ac:picMkLst>
            <pc:docMk/>
            <pc:sldMk cId="4029208719" sldId="267"/>
            <ac:picMk id="22" creationId="{2770CC8D-6DD8-D2DE-69F4-BE483FE9F5E2}"/>
          </ac:picMkLst>
        </pc:picChg>
        <pc:picChg chg="add mod">
          <ac:chgData name="Shlok Chatterjee" userId="1a359f03-4381-4291-92f2-ec9e18b04f6e" providerId="ADAL" clId="{142FBF24-FA81-4AB4-AB0B-862216B20CE9}" dt="2026-09-23T20:27:40.392" v="2213" actId="1076"/>
          <ac:picMkLst>
            <pc:docMk/>
            <pc:sldMk cId="4029208719" sldId="267"/>
            <ac:picMk id="23" creationId="{80C92099-F0F1-52A0-DF68-B8AC111A0E14}"/>
          </ac:picMkLst>
        </pc:picChg>
        <pc:picChg chg="add mod">
          <ac:chgData name="Shlok Chatterjee" userId="1a359f03-4381-4291-92f2-ec9e18b04f6e" providerId="ADAL" clId="{142FBF24-FA81-4AB4-AB0B-862216B20CE9}" dt="2026-09-23T20:28:09.324" v="2220" actId="1076"/>
          <ac:picMkLst>
            <pc:docMk/>
            <pc:sldMk cId="4029208719" sldId="267"/>
            <ac:picMk id="24" creationId="{6C02B052-9947-2C01-7C55-442C6AA9D6CD}"/>
          </ac:picMkLst>
        </pc:picChg>
        <pc:picChg chg="add mod">
          <ac:chgData name="Shlok Chatterjee" userId="1a359f03-4381-4291-92f2-ec9e18b04f6e" providerId="ADAL" clId="{142FBF24-FA81-4AB4-AB0B-862216B20CE9}" dt="2026-09-23T20:28:28.018" v="2224" actId="1076"/>
          <ac:picMkLst>
            <pc:docMk/>
            <pc:sldMk cId="4029208719" sldId="267"/>
            <ac:picMk id="25" creationId="{608B63C1-6691-1AF4-9424-EA8DE281461B}"/>
          </ac:picMkLst>
        </pc:picChg>
      </pc:sldChg>
      <pc:sldChg chg="addSp delSp modSp del mod">
        <pc:chgData name="Shlok Chatterjee" userId="1a359f03-4381-4291-92f2-ec9e18b04f6e" providerId="ADAL" clId="{142FBF24-FA81-4AB4-AB0B-862216B20CE9}" dt="2026-09-23T20:36:51.728" v="2878" actId="47"/>
        <pc:sldMkLst>
          <pc:docMk/>
          <pc:sldMk cId="1964941634" sldId="268"/>
        </pc:sldMkLst>
      </pc:sldChg>
      <pc:sldChg chg="modSp del">
        <pc:chgData name="Shlok Chatterjee" userId="1a359f03-4381-4291-92f2-ec9e18b04f6e" providerId="ADAL" clId="{142FBF24-FA81-4AB4-AB0B-862216B20CE9}" dt="2026-09-23T20:36:52.472" v="2879" actId="47"/>
        <pc:sldMkLst>
          <pc:docMk/>
          <pc:sldMk cId="1815452298" sldId="269"/>
        </pc:sldMkLst>
      </pc:sldChg>
      <pc:sldChg chg="modSp del">
        <pc:chgData name="Shlok Chatterjee" userId="1a359f03-4381-4291-92f2-ec9e18b04f6e" providerId="ADAL" clId="{142FBF24-FA81-4AB4-AB0B-862216B20CE9}" dt="2026-09-23T20:44:46.775" v="3516" actId="47"/>
        <pc:sldMkLst>
          <pc:docMk/>
          <pc:sldMk cId="2587856696" sldId="270"/>
        </pc:sldMkLst>
      </pc:sldChg>
      <pc:sldChg chg="modSp del">
        <pc:chgData name="Shlok Chatterjee" userId="1a359f03-4381-4291-92f2-ec9e18b04f6e" providerId="ADAL" clId="{142FBF24-FA81-4AB4-AB0B-862216B20CE9}" dt="2026-09-23T20:44:47.872" v="3517" actId="47"/>
        <pc:sldMkLst>
          <pc:docMk/>
          <pc:sldMk cId="2081136275" sldId="271"/>
        </pc:sldMkLst>
      </pc:sldChg>
      <pc:sldChg chg="addSp delSp modSp mod">
        <pc:chgData name="Shlok Chatterjee" userId="1a359f03-4381-4291-92f2-ec9e18b04f6e" providerId="ADAL" clId="{142FBF24-FA81-4AB4-AB0B-862216B20CE9}" dt="2026-09-23T21:39:51.656" v="4905" actId="1076"/>
        <pc:sldMkLst>
          <pc:docMk/>
          <pc:sldMk cId="2332260684" sldId="272"/>
        </pc:sldMkLst>
        <pc:spChg chg="add mod">
          <ac:chgData name="Shlok Chatterjee" userId="1a359f03-4381-4291-92f2-ec9e18b04f6e" providerId="ADAL" clId="{142FBF24-FA81-4AB4-AB0B-862216B20CE9}" dt="2026-09-23T20:47:39.303" v="3916" actId="14100"/>
          <ac:spMkLst>
            <pc:docMk/>
            <pc:sldMk cId="2332260684" sldId="272"/>
            <ac:spMk id="4" creationId="{23DAC05A-AF4B-9E47-9AE6-A7A3E12EEAD8}"/>
          </ac:spMkLst>
        </pc:spChg>
        <pc:spChg chg="add del mod">
          <ac:chgData name="Shlok Chatterjee" userId="1a359f03-4381-4291-92f2-ec9e18b04f6e" providerId="ADAL" clId="{142FBF24-FA81-4AB4-AB0B-862216B20CE9}" dt="2026-09-23T20:29:50.360" v="2276"/>
          <ac:spMkLst>
            <pc:docMk/>
            <pc:sldMk cId="2332260684" sldId="272"/>
            <ac:spMk id="5" creationId="{0D7B18F5-15D8-73DE-5DF3-8C47BBB70732}"/>
          </ac:spMkLst>
        </pc:spChg>
        <pc:spChg chg="add del mod">
          <ac:chgData name="Shlok Chatterjee" userId="1a359f03-4381-4291-92f2-ec9e18b04f6e" providerId="ADAL" clId="{142FBF24-FA81-4AB4-AB0B-862216B20CE9}" dt="2026-09-23T20:29:51.056" v="2279"/>
          <ac:spMkLst>
            <pc:docMk/>
            <pc:sldMk cId="2332260684" sldId="272"/>
            <ac:spMk id="6" creationId="{0D7871A7-390F-07DE-2FD8-CF18DEF1EB6A}"/>
          </ac:spMkLst>
        </pc:spChg>
        <pc:spChg chg="add del mod">
          <ac:chgData name="Shlok Chatterjee" userId="1a359f03-4381-4291-92f2-ec9e18b04f6e" providerId="ADAL" clId="{142FBF24-FA81-4AB4-AB0B-862216B20CE9}" dt="2026-09-23T20:53:33.109" v="4315" actId="21"/>
          <ac:spMkLst>
            <pc:docMk/>
            <pc:sldMk cId="2332260684" sldId="272"/>
            <ac:spMk id="7" creationId="{184E24BF-8A21-DB42-A67E-FA5CA18DAF39}"/>
          </ac:spMkLst>
        </pc:spChg>
        <pc:spChg chg="mod">
          <ac:chgData name="Shlok Chatterjee" userId="1a359f03-4381-4291-92f2-ec9e18b04f6e" providerId="ADAL" clId="{142FBF24-FA81-4AB4-AB0B-862216B20CE9}" dt="2026-09-23T21:39:48.046" v="4904" actId="14100"/>
          <ac:spMkLst>
            <pc:docMk/>
            <pc:sldMk cId="2332260684" sldId="272"/>
            <ac:spMk id="26" creationId="{8C42DF6C-2B8A-F7FD-F636-B88B99131B20}"/>
          </ac:spMkLst>
        </pc:spChg>
        <pc:spChg chg="mod">
          <ac:chgData name="Shlok Chatterjee" userId="1a359f03-4381-4291-92f2-ec9e18b04f6e" providerId="ADAL" clId="{142FBF24-FA81-4AB4-AB0B-862216B20CE9}" dt="2026-09-23T21:39:51.656" v="4905" actId="1076"/>
          <ac:spMkLst>
            <pc:docMk/>
            <pc:sldMk cId="2332260684" sldId="272"/>
            <ac:spMk id="28" creationId="{EF82570B-3E28-C564-63FB-B5699D1F4F04}"/>
          </ac:spMkLst>
        </pc:spChg>
        <pc:spChg chg="mod">
          <ac:chgData name="Shlok Chatterjee" userId="1a359f03-4381-4291-92f2-ec9e18b04f6e" providerId="ADAL" clId="{142FBF24-FA81-4AB4-AB0B-862216B20CE9}" dt="2026-09-23T20:50:27.427" v="4180" actId="20577"/>
          <ac:spMkLst>
            <pc:docMk/>
            <pc:sldMk cId="2332260684" sldId="272"/>
            <ac:spMk id="30" creationId="{D6B7D632-AACE-386E-7D4B-FC7200726868}"/>
          </ac:spMkLst>
        </pc:spChg>
        <pc:picChg chg="del">
          <ac:chgData name="Shlok Chatterjee" userId="1a359f03-4381-4291-92f2-ec9e18b04f6e" providerId="ADAL" clId="{142FBF24-FA81-4AB4-AB0B-862216B20CE9}" dt="2026-09-23T20:12:24.938" v="2129" actId="478"/>
          <ac:picMkLst>
            <pc:docMk/>
            <pc:sldMk cId="2332260684" sldId="272"/>
            <ac:picMk id="10" creationId="{232EF619-FCE1-B9D1-6942-23A4CA576A34}"/>
          </ac:picMkLst>
        </pc:picChg>
      </pc:sldChg>
      <pc:sldChg chg="addSp delSp modSp mod">
        <pc:chgData name="Shlok Chatterjee" userId="1a359f03-4381-4291-92f2-ec9e18b04f6e" providerId="ADAL" clId="{142FBF24-FA81-4AB4-AB0B-862216B20CE9}" dt="2026-09-23T20:50:30.593" v="4182" actId="20577"/>
        <pc:sldMkLst>
          <pc:docMk/>
          <pc:sldMk cId="3749112162" sldId="273"/>
        </pc:sldMkLst>
        <pc:spChg chg="mod">
          <ac:chgData name="Shlok Chatterjee" userId="1a359f03-4381-4291-92f2-ec9e18b04f6e" providerId="ADAL" clId="{142FBF24-FA81-4AB4-AB0B-862216B20CE9}" dt="2026-09-23T20:07:16.664" v="2060" actId="14100"/>
          <ac:spMkLst>
            <pc:docMk/>
            <pc:sldMk cId="3749112162" sldId="273"/>
            <ac:spMk id="26" creationId="{0735C483-7C68-E9FE-1EE9-28B2A1F268EC}"/>
          </ac:spMkLst>
        </pc:spChg>
        <pc:spChg chg="mod">
          <ac:chgData name="Shlok Chatterjee" userId="1a359f03-4381-4291-92f2-ec9e18b04f6e" providerId="ADAL" clId="{142FBF24-FA81-4AB4-AB0B-862216B20CE9}" dt="2026-09-23T20:36:44.516" v="2876" actId="20577"/>
          <ac:spMkLst>
            <pc:docMk/>
            <pc:sldMk cId="3749112162" sldId="273"/>
            <ac:spMk id="28" creationId="{DD8989FD-DBDF-DE4E-7038-8828CF324331}"/>
          </ac:spMkLst>
        </pc:spChg>
        <pc:spChg chg="mod">
          <ac:chgData name="Shlok Chatterjee" userId="1a359f03-4381-4291-92f2-ec9e18b04f6e" providerId="ADAL" clId="{142FBF24-FA81-4AB4-AB0B-862216B20CE9}" dt="2026-09-23T20:50:30.593" v="4182" actId="20577"/>
          <ac:spMkLst>
            <pc:docMk/>
            <pc:sldMk cId="3749112162" sldId="273"/>
            <ac:spMk id="30" creationId="{712E07BA-BCCF-14E3-C580-415ABF4A84BB}"/>
          </ac:spMkLst>
        </pc:spChg>
        <pc:picChg chg="del">
          <ac:chgData name="Shlok Chatterjee" userId="1a359f03-4381-4291-92f2-ec9e18b04f6e" providerId="ADAL" clId="{142FBF24-FA81-4AB4-AB0B-862216B20CE9}" dt="2026-09-23T20:06:53.130" v="1984" actId="478"/>
          <ac:picMkLst>
            <pc:docMk/>
            <pc:sldMk cId="3749112162" sldId="273"/>
            <ac:picMk id="4" creationId="{E9DC2096-AC87-F150-01C0-3CB9DCCF993A}"/>
          </ac:picMkLst>
        </pc:picChg>
        <pc:picChg chg="add del mod">
          <ac:chgData name="Shlok Chatterjee" userId="1a359f03-4381-4291-92f2-ec9e18b04f6e" providerId="ADAL" clId="{142FBF24-FA81-4AB4-AB0B-862216B20CE9}" dt="2026-09-23T20:23:10.792" v="2173" actId="478"/>
          <ac:picMkLst>
            <pc:docMk/>
            <pc:sldMk cId="3749112162" sldId="273"/>
            <ac:picMk id="6" creationId="{EE025589-7EA0-81A6-BD5F-932352E9EBB5}"/>
          </ac:picMkLst>
        </pc:picChg>
        <pc:picChg chg="add mod">
          <ac:chgData name="Shlok Chatterjee" userId="1a359f03-4381-4291-92f2-ec9e18b04f6e" providerId="ADAL" clId="{142FBF24-FA81-4AB4-AB0B-862216B20CE9}" dt="2026-09-23T20:23:24.430" v="2176" actId="27614"/>
          <ac:picMkLst>
            <pc:docMk/>
            <pc:sldMk cId="3749112162" sldId="273"/>
            <ac:picMk id="8" creationId="{172C8D23-B820-93F0-9ABE-2C64D72932C1}"/>
          </ac:picMkLst>
        </pc:picChg>
      </pc:sldChg>
      <pc:sldChg chg="addSp delSp modSp add mod ord">
        <pc:chgData name="Shlok Chatterjee" userId="1a359f03-4381-4291-92f2-ec9e18b04f6e" providerId="ADAL" clId="{142FBF24-FA81-4AB4-AB0B-862216B20CE9}" dt="2026-09-23T21:35:22.229" v="4548" actId="20577"/>
        <pc:sldMkLst>
          <pc:docMk/>
          <pc:sldMk cId="2353394656" sldId="274"/>
        </pc:sldMkLst>
        <pc:spChg chg="add del mod">
          <ac:chgData name="Shlok Chatterjee" userId="1a359f03-4381-4291-92f2-ec9e18b04f6e" providerId="ADAL" clId="{142FBF24-FA81-4AB4-AB0B-862216B20CE9}" dt="2026-09-23T20:12:07.571" v="2116"/>
          <ac:spMkLst>
            <pc:docMk/>
            <pc:sldMk cId="2353394656" sldId="274"/>
            <ac:spMk id="4" creationId="{2C1AF1BC-1A47-6103-4A6C-741F247BA5AA}"/>
          </ac:spMkLst>
        </pc:spChg>
        <pc:spChg chg="add del mod">
          <ac:chgData name="Shlok Chatterjee" userId="1a359f03-4381-4291-92f2-ec9e18b04f6e" providerId="ADAL" clId="{142FBF24-FA81-4AB4-AB0B-862216B20CE9}" dt="2026-09-23T20:29:19.238" v="2236"/>
          <ac:spMkLst>
            <pc:docMk/>
            <pc:sldMk cId="2353394656" sldId="274"/>
            <ac:spMk id="7" creationId="{0FDE0D44-8028-6740-8058-551C1A595CB9}"/>
          </ac:spMkLst>
        </pc:spChg>
        <pc:spChg chg="add del mod">
          <ac:chgData name="Shlok Chatterjee" userId="1a359f03-4381-4291-92f2-ec9e18b04f6e" providerId="ADAL" clId="{142FBF24-FA81-4AB4-AB0B-862216B20CE9}" dt="2026-09-23T20:29:25.110" v="2243"/>
          <ac:spMkLst>
            <pc:docMk/>
            <pc:sldMk cId="2353394656" sldId="274"/>
            <ac:spMk id="8" creationId="{751B9787-2F44-F99C-EECC-D8C61A860325}"/>
          </ac:spMkLst>
        </pc:spChg>
        <pc:spChg chg="add mod">
          <ac:chgData name="Shlok Chatterjee" userId="1a359f03-4381-4291-92f2-ec9e18b04f6e" providerId="ADAL" clId="{142FBF24-FA81-4AB4-AB0B-862216B20CE9}" dt="2026-09-23T20:47:23.718" v="3913" actId="20577"/>
          <ac:spMkLst>
            <pc:docMk/>
            <pc:sldMk cId="2353394656" sldId="274"/>
            <ac:spMk id="10" creationId="{D5D696DC-4F6F-E5F8-CD3E-1D567CC2F42E}"/>
          </ac:spMkLst>
        </pc:spChg>
        <pc:spChg chg="add del mod">
          <ac:chgData name="Shlok Chatterjee" userId="1a359f03-4381-4291-92f2-ec9e18b04f6e" providerId="ADAL" clId="{142FBF24-FA81-4AB4-AB0B-862216B20CE9}" dt="2026-09-23T20:47:24.680" v="3915"/>
          <ac:spMkLst>
            <pc:docMk/>
            <pc:sldMk cId="2353394656" sldId="274"/>
            <ac:spMk id="11" creationId="{707AC9BA-8013-B0D2-33D1-1728901AF0E2}"/>
          </ac:spMkLst>
        </pc:spChg>
        <pc:spChg chg="del">
          <ac:chgData name="Shlok Chatterjee" userId="1a359f03-4381-4291-92f2-ec9e18b04f6e" providerId="ADAL" clId="{142FBF24-FA81-4AB4-AB0B-862216B20CE9}" dt="2026-09-23T20:12:12.078" v="2117" actId="478"/>
          <ac:spMkLst>
            <pc:docMk/>
            <pc:sldMk cId="2353394656" sldId="274"/>
            <ac:spMk id="12" creationId="{AA7F13BF-74A0-0A53-EC91-A030810FC8BF}"/>
          </ac:spMkLst>
        </pc:spChg>
        <pc:spChg chg="del">
          <ac:chgData name="Shlok Chatterjee" userId="1a359f03-4381-4291-92f2-ec9e18b04f6e" providerId="ADAL" clId="{142FBF24-FA81-4AB4-AB0B-862216B20CE9}" dt="2026-09-23T20:12:12.078" v="2117" actId="478"/>
          <ac:spMkLst>
            <pc:docMk/>
            <pc:sldMk cId="2353394656" sldId="274"/>
            <ac:spMk id="13" creationId="{CF5E04AE-5E2C-F48B-6FDE-4D9C189575AA}"/>
          </ac:spMkLst>
        </pc:spChg>
        <pc:spChg chg="del">
          <ac:chgData name="Shlok Chatterjee" userId="1a359f03-4381-4291-92f2-ec9e18b04f6e" providerId="ADAL" clId="{142FBF24-FA81-4AB4-AB0B-862216B20CE9}" dt="2026-09-23T20:12:12.078" v="2117" actId="478"/>
          <ac:spMkLst>
            <pc:docMk/>
            <pc:sldMk cId="2353394656" sldId="274"/>
            <ac:spMk id="14" creationId="{D95414D2-0D47-7A48-3DA7-863C19D9F715}"/>
          </ac:spMkLst>
        </pc:spChg>
        <pc:spChg chg="del">
          <ac:chgData name="Shlok Chatterjee" userId="1a359f03-4381-4291-92f2-ec9e18b04f6e" providerId="ADAL" clId="{142FBF24-FA81-4AB4-AB0B-862216B20CE9}" dt="2026-09-23T20:12:12.078" v="2117" actId="478"/>
          <ac:spMkLst>
            <pc:docMk/>
            <pc:sldMk cId="2353394656" sldId="274"/>
            <ac:spMk id="15" creationId="{24848037-5D53-FAF4-8BF5-73CDABC7DE54}"/>
          </ac:spMkLst>
        </pc:spChg>
        <pc:spChg chg="add mod">
          <ac:chgData name="Shlok Chatterjee" userId="1a359f03-4381-4291-92f2-ec9e18b04f6e" providerId="ADAL" clId="{142FBF24-FA81-4AB4-AB0B-862216B20CE9}" dt="2026-09-23T21:06:48.193" v="4523" actId="20577"/>
          <ac:spMkLst>
            <pc:docMk/>
            <pc:sldMk cId="2353394656" sldId="274"/>
            <ac:spMk id="20" creationId="{D6D61343-072D-5CB1-89E6-5757EACC1015}"/>
          </ac:spMkLst>
        </pc:spChg>
        <pc:spChg chg="mod">
          <ac:chgData name="Shlok Chatterjee" userId="1a359f03-4381-4291-92f2-ec9e18b04f6e" providerId="ADAL" clId="{142FBF24-FA81-4AB4-AB0B-862216B20CE9}" dt="2026-09-23T21:12:02.883" v="4540" actId="20577"/>
          <ac:spMkLst>
            <pc:docMk/>
            <pc:sldMk cId="2353394656" sldId="274"/>
            <ac:spMk id="26" creationId="{5DDD56FE-5D8C-BA71-FAA7-1A2C5710FE4C}"/>
          </ac:spMkLst>
        </pc:spChg>
        <pc:spChg chg="mod">
          <ac:chgData name="Shlok Chatterjee" userId="1a359f03-4381-4291-92f2-ec9e18b04f6e" providerId="ADAL" clId="{142FBF24-FA81-4AB4-AB0B-862216B20CE9}" dt="2026-09-23T21:35:22.229" v="4548" actId="20577"/>
          <ac:spMkLst>
            <pc:docMk/>
            <pc:sldMk cId="2353394656" sldId="274"/>
            <ac:spMk id="30" creationId="{8D7A8DB7-D4ED-C767-96A0-185D3BB61648}"/>
          </ac:spMkLst>
        </pc:spChg>
        <pc:picChg chg="add del mod">
          <ac:chgData name="Shlok Chatterjee" userId="1a359f03-4381-4291-92f2-ec9e18b04f6e" providerId="ADAL" clId="{142FBF24-FA81-4AB4-AB0B-862216B20CE9}" dt="2026-09-23T20:28:59.895" v="2229" actId="478"/>
          <ac:picMkLst>
            <pc:docMk/>
            <pc:sldMk cId="2353394656" sldId="274"/>
            <ac:picMk id="5" creationId="{50CDAC3F-BA92-3D30-0902-CD5411452C47}"/>
          </ac:picMkLst>
        </pc:picChg>
        <pc:picChg chg="add mod">
          <ac:chgData name="Shlok Chatterjee" userId="1a359f03-4381-4291-92f2-ec9e18b04f6e" providerId="ADAL" clId="{142FBF24-FA81-4AB4-AB0B-862216B20CE9}" dt="2026-09-23T21:11:23.722" v="4529" actId="1076"/>
          <ac:picMkLst>
            <pc:docMk/>
            <pc:sldMk cId="2353394656" sldId="274"/>
            <ac:picMk id="6" creationId="{B6E7A689-0358-7767-2EF3-FC6811DD478F}"/>
          </ac:picMkLst>
        </pc:picChg>
        <pc:picChg chg="add del">
          <ac:chgData name="Shlok Chatterjee" userId="1a359f03-4381-4291-92f2-ec9e18b04f6e" providerId="ADAL" clId="{142FBF24-FA81-4AB4-AB0B-862216B20CE9}" dt="2026-09-23T20:47:09.686" v="3895" actId="22"/>
          <ac:picMkLst>
            <pc:docMk/>
            <pc:sldMk cId="2353394656" sldId="274"/>
            <ac:picMk id="17" creationId="{4CCE6117-721F-1467-6ADD-B3EA2003E658}"/>
          </ac:picMkLst>
        </pc:picChg>
        <pc:picChg chg="del">
          <ac:chgData name="Shlok Chatterjee" userId="1a359f03-4381-4291-92f2-ec9e18b04f6e" providerId="ADAL" clId="{142FBF24-FA81-4AB4-AB0B-862216B20CE9}" dt="2026-09-23T20:12:12.078" v="2117" actId="478"/>
          <ac:picMkLst>
            <pc:docMk/>
            <pc:sldMk cId="2353394656" sldId="274"/>
            <ac:picMk id="18" creationId="{A36DB19D-0FCC-9E0D-8B21-BDA4715DF198}"/>
          </ac:picMkLst>
        </pc:picChg>
        <pc:picChg chg="add del mod">
          <ac:chgData name="Shlok Chatterjee" userId="1a359f03-4381-4291-92f2-ec9e18b04f6e" providerId="ADAL" clId="{142FBF24-FA81-4AB4-AB0B-862216B20CE9}" dt="2026-09-23T21:23:46.145" v="4541" actId="478"/>
          <ac:picMkLst>
            <pc:docMk/>
            <pc:sldMk cId="2353394656" sldId="274"/>
            <ac:picMk id="22" creationId="{56E8BF92-DDC0-2943-B15A-2BE726D5D23B}"/>
          </ac:picMkLst>
        </pc:picChg>
        <pc:picChg chg="add mod">
          <ac:chgData name="Shlok Chatterjee" userId="1a359f03-4381-4291-92f2-ec9e18b04f6e" providerId="ADAL" clId="{142FBF24-FA81-4AB4-AB0B-862216B20CE9}" dt="2026-09-23T21:12:00.383" v="4533" actId="1076"/>
          <ac:picMkLst>
            <pc:docMk/>
            <pc:sldMk cId="2353394656" sldId="274"/>
            <ac:picMk id="23" creationId="{DD8D7FAE-AEEC-22B1-67E5-4A7D3EAD965B}"/>
          </ac:picMkLst>
        </pc:picChg>
        <pc:picChg chg="add mod">
          <ac:chgData name="Shlok Chatterjee" userId="1a359f03-4381-4291-92f2-ec9e18b04f6e" providerId="ADAL" clId="{142FBF24-FA81-4AB4-AB0B-862216B20CE9}" dt="2026-09-23T21:23:51.232" v="4546" actId="1076"/>
          <ac:picMkLst>
            <pc:docMk/>
            <pc:sldMk cId="2353394656" sldId="274"/>
            <ac:picMk id="24" creationId="{15BE36EA-79BE-BE08-F054-90B3C4BA6589}"/>
          </ac:picMkLst>
        </pc:picChg>
      </pc:sldChg>
      <pc:sldChg chg="addSp delSp modSp add mod">
        <pc:chgData name="Shlok Chatterjee" userId="1a359f03-4381-4291-92f2-ec9e18b04f6e" providerId="ADAL" clId="{142FBF24-FA81-4AB4-AB0B-862216B20CE9}" dt="2026-09-23T20:50:33.836" v="4184" actId="20577"/>
        <pc:sldMkLst>
          <pc:docMk/>
          <pc:sldMk cId="727654664" sldId="275"/>
        </pc:sldMkLst>
        <pc:spChg chg="mod">
          <ac:chgData name="Shlok Chatterjee" userId="1a359f03-4381-4291-92f2-ec9e18b04f6e" providerId="ADAL" clId="{142FBF24-FA81-4AB4-AB0B-862216B20CE9}" dt="2026-09-23T20:40:25.386" v="3242" actId="14100"/>
          <ac:spMkLst>
            <pc:docMk/>
            <pc:sldMk cId="727654664" sldId="275"/>
            <ac:spMk id="28" creationId="{F4FABE34-B146-0D0E-E70E-282723864CB7}"/>
          </ac:spMkLst>
        </pc:spChg>
        <pc:spChg chg="mod">
          <ac:chgData name="Shlok Chatterjee" userId="1a359f03-4381-4291-92f2-ec9e18b04f6e" providerId="ADAL" clId="{142FBF24-FA81-4AB4-AB0B-862216B20CE9}" dt="2026-09-23T20:50:33.836" v="4184" actId="20577"/>
          <ac:spMkLst>
            <pc:docMk/>
            <pc:sldMk cId="727654664" sldId="275"/>
            <ac:spMk id="30" creationId="{CA2532D1-007B-7171-E01E-E568DFD96263}"/>
          </ac:spMkLst>
        </pc:spChg>
        <pc:picChg chg="add del">
          <ac:chgData name="Shlok Chatterjee" userId="1a359f03-4381-4291-92f2-ec9e18b04f6e" providerId="ADAL" clId="{142FBF24-FA81-4AB4-AB0B-862216B20CE9}" dt="2026-09-23T20:38:40.249" v="3237" actId="478"/>
          <ac:picMkLst>
            <pc:docMk/>
            <pc:sldMk cId="727654664" sldId="275"/>
            <ac:picMk id="4" creationId="{5904BA2A-2B89-FB79-0923-533FF0CDFD0D}"/>
          </ac:picMkLst>
        </pc:picChg>
        <pc:picChg chg="add del mod">
          <ac:chgData name="Shlok Chatterjee" userId="1a359f03-4381-4291-92f2-ec9e18b04f6e" providerId="ADAL" clId="{142FBF24-FA81-4AB4-AB0B-862216B20CE9}" dt="2026-09-23T20:42:01.135" v="3243" actId="478"/>
          <ac:picMkLst>
            <pc:docMk/>
            <pc:sldMk cId="727654664" sldId="275"/>
            <ac:picMk id="5" creationId="{226B1613-33DF-5003-CFB7-B40361ED125F}"/>
          </ac:picMkLst>
        </pc:picChg>
        <pc:picChg chg="add mod">
          <ac:chgData name="Shlok Chatterjee" userId="1a359f03-4381-4291-92f2-ec9e18b04f6e" providerId="ADAL" clId="{142FBF24-FA81-4AB4-AB0B-862216B20CE9}" dt="2026-09-23T20:42:10.073" v="3252" actId="962"/>
          <ac:picMkLst>
            <pc:docMk/>
            <pc:sldMk cId="727654664" sldId="275"/>
            <ac:picMk id="7" creationId="{437E58F5-D153-9D7B-E579-09CD1BF2D1F9}"/>
          </ac:picMkLst>
        </pc:picChg>
        <pc:picChg chg="del">
          <ac:chgData name="Shlok Chatterjee" userId="1a359f03-4381-4291-92f2-ec9e18b04f6e" providerId="ADAL" clId="{142FBF24-FA81-4AB4-AB0B-862216B20CE9}" dt="2026-09-23T20:37:51.878" v="3234" actId="478"/>
          <ac:picMkLst>
            <pc:docMk/>
            <pc:sldMk cId="727654664" sldId="275"/>
            <ac:picMk id="8" creationId="{05AE3489-30A5-CA74-0F10-3DCE68537DDD}"/>
          </ac:picMkLst>
        </pc:picChg>
      </pc:sldChg>
      <pc:sldChg chg="addSp delSp modSp add mod">
        <pc:chgData name="Shlok Chatterjee" userId="1a359f03-4381-4291-92f2-ec9e18b04f6e" providerId="ADAL" clId="{142FBF24-FA81-4AB4-AB0B-862216B20CE9}" dt="2026-09-23T22:33:14.560" v="4947" actId="14100"/>
        <pc:sldMkLst>
          <pc:docMk/>
          <pc:sldMk cId="3884506971" sldId="276"/>
        </pc:sldMkLst>
        <pc:spChg chg="add mod">
          <ac:chgData name="Shlok Chatterjee" userId="1a359f03-4381-4291-92f2-ec9e18b04f6e" providerId="ADAL" clId="{142FBF24-FA81-4AB4-AB0B-862216B20CE9}" dt="2026-09-23T21:01:51.749" v="4472" actId="1038"/>
          <ac:spMkLst>
            <pc:docMk/>
            <pc:sldMk cId="3884506971" sldId="276"/>
            <ac:spMk id="3" creationId="{4DBE259E-03A8-3EE7-D020-E67D80D597BF}"/>
          </ac:spMkLst>
        </pc:spChg>
        <pc:spChg chg="add mod">
          <ac:chgData name="Shlok Chatterjee" userId="1a359f03-4381-4291-92f2-ec9e18b04f6e" providerId="ADAL" clId="{142FBF24-FA81-4AB4-AB0B-862216B20CE9}" dt="2026-09-23T21:01:36.227" v="4444" actId="1035"/>
          <ac:spMkLst>
            <pc:docMk/>
            <pc:sldMk cId="3884506971" sldId="276"/>
            <ac:spMk id="4" creationId="{61808740-8778-B808-17F1-47613C83CD43}"/>
          </ac:spMkLst>
        </pc:spChg>
        <pc:spChg chg="add mod">
          <ac:chgData name="Shlok Chatterjee" userId="1a359f03-4381-4291-92f2-ec9e18b04f6e" providerId="ADAL" clId="{142FBF24-FA81-4AB4-AB0B-862216B20CE9}" dt="2026-09-23T20:52:26.937" v="4309" actId="1076"/>
          <ac:spMkLst>
            <pc:docMk/>
            <pc:sldMk cId="3884506971" sldId="276"/>
            <ac:spMk id="5" creationId="{B3DAEC60-22A8-27AE-4C9B-BC53910DCB3A}"/>
          </ac:spMkLst>
        </pc:spChg>
        <pc:spChg chg="add mod">
          <ac:chgData name="Shlok Chatterjee" userId="1a359f03-4381-4291-92f2-ec9e18b04f6e" providerId="ADAL" clId="{142FBF24-FA81-4AB4-AB0B-862216B20CE9}" dt="2026-09-23T22:33:14.560" v="4947" actId="14100"/>
          <ac:spMkLst>
            <pc:docMk/>
            <pc:sldMk cId="3884506971" sldId="276"/>
            <ac:spMk id="7" creationId="{3B2F7A7C-1CB0-B2A4-291F-FBC80CD84E62}"/>
          </ac:spMkLst>
        </pc:spChg>
        <pc:spChg chg="add mod">
          <ac:chgData name="Shlok Chatterjee" userId="1a359f03-4381-4291-92f2-ec9e18b04f6e" providerId="ADAL" clId="{142FBF24-FA81-4AB4-AB0B-862216B20CE9}" dt="2026-09-23T21:01:45.743" v="4450" actId="14100"/>
          <ac:spMkLst>
            <pc:docMk/>
            <pc:sldMk cId="3884506971" sldId="276"/>
            <ac:spMk id="8" creationId="{F1DA9597-E60D-8111-0996-2801DC94E0CF}"/>
          </ac:spMkLst>
        </pc:spChg>
        <pc:spChg chg="add del mod">
          <ac:chgData name="Shlok Chatterjee" userId="1a359f03-4381-4291-92f2-ec9e18b04f6e" providerId="ADAL" clId="{142FBF24-FA81-4AB4-AB0B-862216B20CE9}" dt="2026-09-23T21:00:43.075" v="4392"/>
          <ac:spMkLst>
            <pc:docMk/>
            <pc:sldMk cId="3884506971" sldId="276"/>
            <ac:spMk id="9" creationId="{EF88B77A-CB37-332F-02E7-D8A6CAFAAE81}"/>
          </ac:spMkLst>
        </pc:spChg>
        <pc:spChg chg="del">
          <ac:chgData name="Shlok Chatterjee" userId="1a359f03-4381-4291-92f2-ec9e18b04f6e" providerId="ADAL" clId="{142FBF24-FA81-4AB4-AB0B-862216B20CE9}" dt="2026-09-23T20:51:15.477" v="4186" actId="478"/>
          <ac:spMkLst>
            <pc:docMk/>
            <pc:sldMk cId="3884506971" sldId="276"/>
            <ac:spMk id="11" creationId="{E6CA4C10-2A58-1FA8-8F0B-50D59FEB4941}"/>
          </ac:spMkLst>
        </pc:spChg>
        <pc:spChg chg="del">
          <ac:chgData name="Shlok Chatterjee" userId="1a359f03-4381-4291-92f2-ec9e18b04f6e" providerId="ADAL" clId="{142FBF24-FA81-4AB4-AB0B-862216B20CE9}" dt="2026-09-23T20:51:15.477" v="4186" actId="478"/>
          <ac:spMkLst>
            <pc:docMk/>
            <pc:sldMk cId="3884506971" sldId="276"/>
            <ac:spMk id="13" creationId="{0FEB0091-0F35-AB84-33EA-F7CD266E9521}"/>
          </ac:spMkLst>
        </pc:spChg>
        <pc:spChg chg="del">
          <ac:chgData name="Shlok Chatterjee" userId="1a359f03-4381-4291-92f2-ec9e18b04f6e" providerId="ADAL" clId="{142FBF24-FA81-4AB4-AB0B-862216B20CE9}" dt="2026-09-23T20:51:15.477" v="4186" actId="478"/>
          <ac:spMkLst>
            <pc:docMk/>
            <pc:sldMk cId="3884506971" sldId="276"/>
            <ac:spMk id="19" creationId="{93C00864-A484-3079-6AD6-835592DD3AB0}"/>
          </ac:spMkLst>
        </pc:spChg>
        <pc:picChg chg="del">
          <ac:chgData name="Shlok Chatterjee" userId="1a359f03-4381-4291-92f2-ec9e18b04f6e" providerId="ADAL" clId="{142FBF24-FA81-4AB4-AB0B-862216B20CE9}" dt="2026-09-23T20:51:15.477" v="4186" actId="478"/>
          <ac:picMkLst>
            <pc:docMk/>
            <pc:sldMk cId="3884506971" sldId="276"/>
            <ac:picMk id="10" creationId="{89E13BE8-DC19-98F7-6DEA-1DAAF7DC57CD}"/>
          </ac:picMkLst>
        </pc:picChg>
        <pc:picChg chg="add mod">
          <ac:chgData name="Shlok Chatterjee" userId="1a359f03-4381-4291-92f2-ec9e18b04f6e" providerId="ADAL" clId="{142FBF24-FA81-4AB4-AB0B-862216B20CE9}" dt="2026-09-23T21:01:32.714" v="4406" actId="27614"/>
          <ac:picMkLst>
            <pc:docMk/>
            <pc:sldMk cId="3884506971" sldId="276"/>
            <ac:picMk id="14" creationId="{D2158BEE-D211-6800-E20C-C10F5E297648}"/>
          </ac:picMkLst>
        </pc:picChg>
      </pc:sldChg>
      <pc:sldMasterChg chg="setBg modSldLayout">
        <pc:chgData name="Shlok Chatterjee" userId="1a359f03-4381-4291-92f2-ec9e18b04f6e" providerId="ADAL" clId="{142FBF24-FA81-4AB4-AB0B-862216B20CE9}" dt="2026-09-01T18:16:29.123" v="2"/>
        <pc:sldMasterMkLst>
          <pc:docMk/>
          <pc:sldMasterMk cId="4001907872" sldId="2147483648"/>
        </pc:sldMasterMkLst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723180890" sldId="2147483649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826809328" sldId="2147483650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463548677" sldId="2147483651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23646467" sldId="2147483652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26314443" sldId="2147483653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62112105" sldId="2147483654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861841181" sldId="2147483655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684363774" sldId="2147483656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892894297" sldId="2147483657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681986320" sldId="2147483658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Shlok Chatterjee" userId="S::szc0292@auburn.edu::1a359f03-4381-4291-92f2-ec9e18b04f6e" providerId="AD" clId="Web-{0F1ABDF3-8137-EB9C-3C82-C165DDB3A962}"/>
    <pc:docChg chg="modSld">
      <pc:chgData name="Shlok Chatterjee" userId="S::szc0292@auburn.edu::1a359f03-4381-4291-92f2-ec9e18b04f6e" providerId="AD" clId="Web-{0F1ABDF3-8137-EB9C-3C82-C165DDB3A962}" dt="2026-09-07T20:43:02.390" v="8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AD96B-5532-4DCF-80BB-267C63B6CC8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51D3-8DAA-4DEC-BFCD-6DF307F2B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0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5014-7206-7792-B126-DBAC3CB28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F2574-A552-342B-09EF-009AFFE5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472BC-5910-3BE3-9B0E-F81D2F1F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ECB9-0932-AE96-C043-BBC38E98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1C3E-FFEE-1ECA-EE3B-F77FA6C9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8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C1A-65E9-1214-FE2F-CA4F203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EF6B-1F06-3928-301A-89FDB8FF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D423-86B5-F35B-BD67-6E18B47B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E16A-9A2C-13AB-6427-AB6F3276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C005-EFD5-D895-3A5C-454CAADA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0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BCB3-0D94-C299-847F-F9BB2EFE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58E5-DF0D-BAE6-BF3B-0ECF3820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8C64E-B42D-D128-47D9-AE4DB073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B6B7F-2CF5-413F-D44A-9CBB5B31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F143-BD18-D8B7-CF8C-EF04E8D3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39DA-235E-5A26-3E90-370F650E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A90C-1AD9-0C1F-CAA9-68ABAEC1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59D4-C85D-4A31-5ECC-9B9B6813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56FA-5FE2-2F4C-388E-D203C6DB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1B05-F295-4673-1AFF-C7B417D8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3ECC-DD9B-7378-A024-6CA83F02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4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06E-14A4-6BC4-6BDF-E4F9CF05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9C1D1-44FE-B9F6-D1EB-11C423357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7CC7D-BB1F-8660-9A4D-FB6B04E8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809C0-554C-BE75-E9A2-27ED39C9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672F5-0ABD-341F-13A4-F95B9B7A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69D3A-79F1-724B-FCEB-AAC65661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9B6DA-AC4B-1B36-B9CF-E3C8B1D8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63521-905B-A3A0-F877-B226CA6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1F77-65E2-E223-51AE-59212C0C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918BB-2E05-DBB9-C05C-82B5774C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57A19-5800-61F6-7E61-6CDFF65E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759D4-FBAA-8CE6-324E-30D22894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1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3A40E-6F02-18F3-06EA-5F56DAD9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00F36-ECF3-266F-86F6-D90F8F51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B2B2-C1AE-FEC1-564A-DAF3E1B1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2218-4C31-AF54-D174-9B696F54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CF2EF-336B-689E-14BF-F2A1CC53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20BF9-DE7E-C1E5-6DFB-9E80ED6AB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0F691-FD71-C1D7-CD99-2D81B7D7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BBB7A-9446-9E71-EB8A-2778FD88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4BC0-87B5-E681-FD78-FEECADDE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6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7A93-891D-1045-7F6A-AB6F7901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FC940-6CC4-00E0-C10A-FF27D56B3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8C5A6-6DE0-BE4C-A8F9-4DC8A2D7B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7474-1ED5-E36C-CA77-DA5FA5B2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5110C-F340-A687-E482-60BDC2E8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D3A3C-306F-D36B-2788-0D6FBBB6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9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5A88-B5E7-0F44-F724-6F6DF2E5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2AFDF-72F8-537B-86D4-FA1B1F99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88DA-9188-EFAA-3B16-E8F767B3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811B-482E-B619-61F6-13A9B720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FA59-83E9-49BC-E95C-B0059601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8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C0516-085F-E3C2-8941-5CD7215DB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ED8CB-EC4E-C007-54CF-D96DEA9BD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EA22F-C19F-9EBD-239B-CAF6285C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FC5C-24EE-5CBB-4182-30CAD498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174B-7E3F-0705-01BC-ECC6F449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5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CE9BD-66A4-D35F-3ABD-1D470DF6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C2889-F09F-2E36-8BF8-26F192F2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72166-09A6-AC97-9453-5A85FB432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2543D-025F-4B17-B095-3CCEF694E1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98321-D830-619C-EF77-E2E1EB6B9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AFD9-72AF-2301-4DBD-ACB97D842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0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quantum-society-at-auburn.github.io/website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org&amp;utm_campaign=index&amp;utm_content=thumbnail"/><Relationship Id="rId10" Type="http://schemas.openxmlformats.org/officeDocument/2006/relationships/image" Target="../media/image15.jpg"/><Relationship Id="rId4" Type="http://schemas.openxmlformats.org/officeDocument/2006/relationships/image" Target="../media/image10.png"/><Relationship Id="rId9" Type="http://schemas.openxmlformats.org/officeDocument/2006/relationships/image" Target="../media/image14.org&amp;utm_campaign=index&amp;utm_content=thumbnail"/><Relationship Id="rId1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5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715E07-493E-9B05-C5E0-589925A61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02" b="358"/>
          <a:stretch>
            <a:fillRect/>
          </a:stretch>
        </p:blipFill>
        <p:spPr>
          <a:xfrm>
            <a:off x="2118702" y="1569427"/>
            <a:ext cx="2448192" cy="2733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9FF85-0124-FED5-7DC2-ADC836D2BDAE}"/>
              </a:ext>
            </a:extLst>
          </p:cNvPr>
          <p:cNvSpPr txBox="1"/>
          <p:nvPr/>
        </p:nvSpPr>
        <p:spPr>
          <a:xfrm>
            <a:off x="4566894" y="2000701"/>
            <a:ext cx="5814484" cy="143116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uantum</a:t>
            </a:r>
            <a:endParaRPr lang="en-US" sz="9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  <a:ea typeface="Kigelia" panose="020B0502040204020203" pitchFamily="34" charset="0"/>
              <a:cs typeface="LilyUPC" panose="020B0604020202020204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0C4A9-7382-F449-CDBA-FBFF9AD6DD21}"/>
              </a:ext>
            </a:extLst>
          </p:cNvPr>
          <p:cNvSpPr txBox="1"/>
          <p:nvPr/>
        </p:nvSpPr>
        <p:spPr>
          <a:xfrm>
            <a:off x="4566894" y="3069515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Society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5DC7F-C43A-D1FC-6487-96E184E1B014}"/>
              </a:ext>
            </a:extLst>
          </p:cNvPr>
          <p:cNvSpPr txBox="1"/>
          <p:nvPr/>
        </p:nvSpPr>
        <p:spPr>
          <a:xfrm>
            <a:off x="4566894" y="3871912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at Auburn</a:t>
            </a:r>
          </a:p>
        </p:txBody>
      </p:sp>
    </p:spTree>
    <p:extLst>
      <p:ext uri="{BB962C8B-B14F-4D97-AF65-F5344CB8AC3E}">
        <p14:creationId xmlns:p14="http://schemas.microsoft.com/office/powerpoint/2010/main" val="15051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8BD5-0911-D64F-D4FE-5220F0D0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E259E-03A8-3EE7-D020-E67D80D597BF}"/>
              </a:ext>
            </a:extLst>
          </p:cNvPr>
          <p:cNvSpPr txBox="1"/>
          <p:nvPr/>
        </p:nvSpPr>
        <p:spPr>
          <a:xfrm>
            <a:off x="909297" y="757263"/>
            <a:ext cx="3553849" cy="6617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AU Involve!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08740-8778-B808-17F1-47613C83CD43}"/>
              </a:ext>
            </a:extLst>
          </p:cNvPr>
          <p:cNvSpPr txBox="1"/>
          <p:nvPr/>
        </p:nvSpPr>
        <p:spPr>
          <a:xfrm>
            <a:off x="3586844" y="4852759"/>
            <a:ext cx="4272642" cy="6617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New Website!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AEC60-22A8-27AE-4C9B-BC53910DCB3A}"/>
              </a:ext>
            </a:extLst>
          </p:cNvPr>
          <p:cNvSpPr txBox="1"/>
          <p:nvPr/>
        </p:nvSpPr>
        <p:spPr>
          <a:xfrm>
            <a:off x="6917872" y="449487"/>
            <a:ext cx="4936335" cy="12772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VP of Outreach Applications!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B2F7A7C-1CB0-B2A4-291F-FBC80CD84E62}"/>
              </a:ext>
            </a:extLst>
          </p:cNvPr>
          <p:cNvSpPr/>
          <p:nvPr/>
        </p:nvSpPr>
        <p:spPr>
          <a:xfrm>
            <a:off x="2781300" y="5591322"/>
            <a:ext cx="5399315" cy="2760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2400" dirty="0">
                <a:solidFill>
                  <a:srgbClr val="CFD3E5"/>
                </a:solidFill>
                <a:latin typeface="+mj-lt"/>
                <a:ea typeface="Inter"/>
                <a:hlinkClick r:id="rId2"/>
              </a:rPr>
              <a:t>https://quantum-society-at-auburn.github.io/website/</a:t>
            </a:r>
            <a:endParaRPr lang="en-US" sz="2400" dirty="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endParaRPr lang="en-US" sz="2400" dirty="0">
              <a:solidFill>
                <a:srgbClr val="CFD3E5"/>
              </a:solidFill>
              <a:latin typeface="Aptos Display"/>
              <a:ea typeface="Inter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1DA9597-E60D-8111-0996-2801DC94E0CF}"/>
              </a:ext>
            </a:extLst>
          </p:cNvPr>
          <p:cNvSpPr/>
          <p:nvPr/>
        </p:nvSpPr>
        <p:spPr>
          <a:xfrm>
            <a:off x="500744" y="1673568"/>
            <a:ext cx="4773385" cy="17554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2800" dirty="0">
                <a:solidFill>
                  <a:srgbClr val="CFD3E5"/>
                </a:solidFill>
                <a:latin typeface="+mj-lt"/>
                <a:ea typeface="Inter"/>
              </a:rPr>
              <a:t>Search “Quantum Society at Auburn” On AU Involve and join!</a:t>
            </a:r>
            <a:endParaRPr lang="en-US" sz="2800" dirty="0">
              <a:solidFill>
                <a:srgbClr val="CFD3E5"/>
              </a:solidFill>
              <a:latin typeface="Aptos Display"/>
              <a:ea typeface="Inter"/>
            </a:endParaRPr>
          </a:p>
        </p:txBody>
      </p:sp>
      <p:pic>
        <p:nvPicPr>
          <p:cNvPr id="14" name="Picture 13" descr="The image depicts a QR code with a black background.&#10;&#10;AI-generated content may be incorrect.">
            <a:extLst>
              <a:ext uri="{FF2B5EF4-FFF2-40B4-BE49-F238E27FC236}">
                <a16:creationId xmlns:a16="http://schemas.microsoft.com/office/drawing/2014/main" id="{D2158BEE-D211-6800-E20C-C10F5E29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86" y="1818926"/>
            <a:ext cx="2547284" cy="25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0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016B-2035-D963-41ED-9D0DF651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7">
            <a:extLst>
              <a:ext uri="{FF2B5EF4-FFF2-40B4-BE49-F238E27FC236}">
                <a16:creationId xmlns:a16="http://schemas.microsoft.com/office/drawing/2014/main" id="{5DDD56FE-5D8C-BA71-FAA7-1A2C5710FE4C}"/>
              </a:ext>
            </a:extLst>
          </p:cNvPr>
          <p:cNvSpPr/>
          <p:nvPr/>
        </p:nvSpPr>
        <p:spPr>
          <a:xfrm>
            <a:off x="83683" y="178728"/>
            <a:ext cx="7557589" cy="75174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 dirty="0">
                <a:solidFill>
                  <a:srgbClr val="9184D9"/>
                </a:solidFill>
                <a:latin typeface="+mj-lt"/>
              </a:rPr>
              <a:t>Qubit Review and Bloch Sphere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599D7-5104-9449-B420-8C9C55ABD901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F6B76F-90A3-8FEA-78FC-6708040BF3F6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F6B76F-90A3-8FEA-78FC-6708040BF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2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F26370BB-3656-142E-A50E-57DA00895765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D0C6A23C-719D-110C-0BA0-14F7B192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7A8DB7-D4ED-C767-96A0-185D3BB61648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7A8DB7-D4ED-C767-96A0-185D3BB61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4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Bloch sphere | Prefetch">
            <a:extLst>
              <a:ext uri="{FF2B5EF4-FFF2-40B4-BE49-F238E27FC236}">
                <a16:creationId xmlns:a16="http://schemas.microsoft.com/office/drawing/2014/main" id="{B6E7A689-0358-7767-2EF3-FC6811DD4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911" y="1204908"/>
            <a:ext cx="3249779" cy="3249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D5D696DC-4F6F-E5F8-CD3E-1D567CC2F42E}"/>
                  </a:ext>
                </a:extLst>
              </p:cNvPr>
              <p:cNvSpPr/>
              <p:nvPr/>
            </p:nvSpPr>
            <p:spPr>
              <a:xfrm>
                <a:off x="453957" y="1929270"/>
                <a:ext cx="3548221" cy="1682750"/>
              </a:xfrm>
              <a:prstGeom prst="rect">
                <a:avLst/>
              </a:prstGeom>
              <a:noFill/>
              <a:ln/>
            </p:spPr>
            <p:txBody>
              <a:bodyPr wrap="square" lIns="16933" tIns="16933" rIns="16933" bIns="16933" rtlCol="0" anchor="t">
                <a:noAutofit/>
              </a:bodyPr>
              <a:lstStyle/>
              <a:p>
                <a:pPr defTabSz="609630">
                  <a:lnSpc>
                    <a:spcPct val="120832"/>
                  </a:lnSpc>
                </a:pPr>
                <a:r>
                  <a:rPr lang="en-US" sz="1500" dirty="0">
                    <a:solidFill>
                      <a:srgbClr val="CFD3E5"/>
                    </a:solidFill>
                    <a:latin typeface="Aptos Display"/>
                    <a:ea typeface="Inter"/>
                  </a:rPr>
                  <a:t>Any qubit state can be represented by a vector on the Bloch sphere, which is a unit sphere, meaning that the radius is 1, and is parameterized by two independent variables, 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solidFill>
                          <a:srgbClr val="CFD3E5"/>
                        </a:solidFill>
                        <a:latin typeface="Cambria Math" panose="02040503050406030204" pitchFamily="18" charset="0"/>
                        <a:ea typeface="Inter"/>
                      </a:rPr>
                      <m:t>𝜃</m:t>
                    </m:r>
                  </m:oMath>
                </a14:m>
                <a:r>
                  <a:rPr lang="en-US" sz="1500" dirty="0">
                    <a:solidFill>
                      <a:srgbClr val="CFD3E5"/>
                    </a:solidFill>
                    <a:latin typeface="Aptos Display"/>
                    <a:ea typeface="Inter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CFD3E5"/>
                        </a:solidFill>
                        <a:latin typeface="Cambria Math" panose="02040503050406030204" pitchFamily="18" charset="0"/>
                        <a:ea typeface="Inter"/>
                      </a:rPr>
                      <m:t>𝜙</m:t>
                    </m:r>
                  </m:oMath>
                </a14:m>
                <a:endParaRPr lang="en-US" sz="1500" dirty="0">
                  <a:solidFill>
                    <a:srgbClr val="CFD3E5"/>
                  </a:solidFill>
                  <a:latin typeface="Aptos Display"/>
                  <a:ea typeface="Inter"/>
                </a:endParaRPr>
              </a:p>
              <a:p>
                <a:pPr defTabSz="609630">
                  <a:lnSpc>
                    <a:spcPct val="120832"/>
                  </a:lnSpc>
                </a:pPr>
                <a:r>
                  <a:rPr lang="en-US" sz="1500" dirty="0">
                    <a:solidFill>
                      <a:srgbClr val="CFD3E5"/>
                    </a:solidFill>
                    <a:latin typeface="Aptos Display"/>
                    <a:ea typeface="Inter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D5D696DC-4F6F-E5F8-CD3E-1D567CC2F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57" y="1929270"/>
                <a:ext cx="3548221" cy="1682750"/>
              </a:xfrm>
              <a:prstGeom prst="rect">
                <a:avLst/>
              </a:prstGeom>
              <a:blipFill>
                <a:blip r:embed="rId6"/>
                <a:stretch>
                  <a:fillRect l="-2744" t="-361" r="-480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D61343-072D-5CB1-89E6-5757EACC1015}"/>
                  </a:ext>
                </a:extLst>
              </p:cNvPr>
              <p:cNvSpPr txBox="1"/>
              <p:nvPr/>
            </p:nvSpPr>
            <p:spPr>
              <a:xfrm>
                <a:off x="316649" y="3803932"/>
                <a:ext cx="4233580" cy="1301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09630">
                  <a:lnSpc>
                    <a:spcPct val="120832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𝜓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=</m:t>
                      </m:r>
                      <m:func>
                        <m:funcPr>
                          <m:ctrl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  <a:ea typeface="Inter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  <a:ea typeface="Inter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  <a:ea typeface="Inter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  <a:ea typeface="Inter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d>
                        <m:dPr>
                          <m:begChr m:val="|"/>
                          <m:endChr m:val="⟩"/>
                          <m:ctrlP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0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+</m:t>
                      </m:r>
                      <m:sSup>
                        <m:sSupPr>
                          <m:ctrl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i</m:t>
                          </m:r>
                          <m: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𝜙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sin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  <a:ea typeface="Inter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  <a:ea typeface="Inter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000" b="0" i="0" smtClean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  <a:ea typeface="Inter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solidFill>
                    <a:srgbClr val="CFD3E5"/>
                  </a:solidFill>
                  <a:latin typeface="Cambria Math" panose="02040503050406030204" pitchFamily="18" charset="0"/>
                  <a:ea typeface="Inter"/>
                </a:endParaRPr>
              </a:p>
              <a:p>
                <a:pPr defTabSz="609630">
                  <a:lnSpc>
                    <a:spcPct val="120832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US" sz="2000" i="1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𝜓</m:t>
                          </m:r>
                        </m:e>
                      </m:d>
                      <m:r>
                        <a:rPr lang="en-US" sz="200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000" i="1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𝛽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00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  <a:ea typeface="Inter"/>
                            </a:rPr>
                            <m:t>1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CFD3E5"/>
                  </a:solidFill>
                  <a:latin typeface="Aptos Display"/>
                  <a:ea typeface="Inter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D61343-072D-5CB1-89E6-5757EACC1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49" y="3803932"/>
                <a:ext cx="4233580" cy="1301510"/>
              </a:xfrm>
              <a:prstGeom prst="rect">
                <a:avLst/>
              </a:prstGeom>
              <a:blipFill>
                <a:blip r:embed="rId7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an analogy for particles with spin one-half | Global Spin">
            <a:extLst>
              <a:ext uri="{FF2B5EF4-FFF2-40B4-BE49-F238E27FC236}">
                <a16:creationId xmlns:a16="http://schemas.microsoft.com/office/drawing/2014/main" id="{DD8D7FAE-AEEC-22B1-67E5-4A7D3EAD9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0516" y="227605"/>
            <a:ext cx="3098413" cy="2641270"/>
          </a:xfrm>
          <a:prstGeom prst="rect">
            <a:avLst/>
          </a:prstGeom>
        </p:spPr>
      </p:pic>
      <p:pic>
        <p:nvPicPr>
          <p:cNvPr id="24" name="Picture 23" descr="Energy levels – KaiserScience">
            <a:extLst>
              <a:ext uri="{FF2B5EF4-FFF2-40B4-BE49-F238E27FC236}">
                <a16:creationId xmlns:a16="http://schemas.microsoft.com/office/drawing/2014/main" id="{15BE36EA-79BE-BE08-F054-90B3C4BA65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8699" y="3259891"/>
            <a:ext cx="2333625" cy="22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9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82C8-C864-69F5-7D7B-06300EE3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7">
            <a:extLst>
              <a:ext uri="{FF2B5EF4-FFF2-40B4-BE49-F238E27FC236}">
                <a16:creationId xmlns:a16="http://schemas.microsoft.com/office/drawing/2014/main" id="{943C6B22-8F12-BAB0-428C-D3A6C68E4FA0}"/>
              </a:ext>
            </a:extLst>
          </p:cNvPr>
          <p:cNvSpPr/>
          <p:nvPr/>
        </p:nvSpPr>
        <p:spPr>
          <a:xfrm>
            <a:off x="83683" y="178728"/>
            <a:ext cx="7557589" cy="75174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 dirty="0">
                <a:solidFill>
                  <a:srgbClr val="9184D9"/>
                </a:solidFill>
                <a:latin typeface="+mj-lt"/>
              </a:rPr>
              <a:t>Realizations of Quantum Computing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AF68D-35A1-2E50-84D1-8A85F1CB3235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6423A-F66A-0FF7-6EA5-9CFD08DA9132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6423A-F66A-0FF7-6EA5-9CFD08DA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2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5DB5E8FF-AA0B-214E-0F1B-C39CD73FB8DE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FC2E32C6-5624-C209-A931-1F9FA26F6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DB0D10-E1E0-D08C-546B-38D6435C9D26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|02⟩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DB0D10-E1E0-D08C-546B-38D6435C9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4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7">
            <a:extLst>
              <a:ext uri="{FF2B5EF4-FFF2-40B4-BE49-F238E27FC236}">
                <a16:creationId xmlns:a16="http://schemas.microsoft.com/office/drawing/2014/main" id="{7F396CE4-99BB-B6EF-2EEF-C2822157AEA0}"/>
              </a:ext>
            </a:extLst>
          </p:cNvPr>
          <p:cNvSpPr/>
          <p:nvPr/>
        </p:nvSpPr>
        <p:spPr>
          <a:xfrm>
            <a:off x="316649" y="1363939"/>
            <a:ext cx="2354841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 dirty="0"/>
              <a:t>Superconducting</a:t>
            </a:r>
            <a:endParaRPr lang="en-US" dirty="0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2F2D1834-C648-1965-60A6-82DFAA611B26}"/>
              </a:ext>
            </a:extLst>
          </p:cNvPr>
          <p:cNvSpPr/>
          <p:nvPr/>
        </p:nvSpPr>
        <p:spPr>
          <a:xfrm>
            <a:off x="3195315" y="1363939"/>
            <a:ext cx="2354841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 dirty="0"/>
              <a:t>Neutral Atoms</a:t>
            </a:r>
            <a:endParaRPr lang="en-US" dirty="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7849FB0D-865B-98C4-E197-39835A47422D}"/>
              </a:ext>
            </a:extLst>
          </p:cNvPr>
          <p:cNvSpPr/>
          <p:nvPr/>
        </p:nvSpPr>
        <p:spPr>
          <a:xfrm>
            <a:off x="6190398" y="1363939"/>
            <a:ext cx="2428924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 dirty="0"/>
              <a:t>Trapped Ions</a:t>
            </a:r>
            <a:endParaRPr lang="en-US" dirty="0"/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C959F4AE-1E84-F735-1041-860C4EE5C0DF}"/>
              </a:ext>
            </a:extLst>
          </p:cNvPr>
          <p:cNvSpPr/>
          <p:nvPr/>
        </p:nvSpPr>
        <p:spPr>
          <a:xfrm>
            <a:off x="9143147" y="1363938"/>
            <a:ext cx="2428924" cy="1201272"/>
          </a:xfrm>
          <a:prstGeom prst="rect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/>
            <a:r>
              <a:rPr lang="en-US" sz="1700" dirty="0"/>
              <a:t>Photonic</a:t>
            </a:r>
            <a:endParaRPr lang="en-US" dirty="0"/>
          </a:p>
        </p:txBody>
      </p:sp>
      <p:pic>
        <p:nvPicPr>
          <p:cNvPr id="7" name="Picture 6" descr="File:IBM logo.svg - Wikimedia Commons">
            <a:extLst>
              <a:ext uri="{FF2B5EF4-FFF2-40B4-BE49-F238E27FC236}">
                <a16:creationId xmlns:a16="http://schemas.microsoft.com/office/drawing/2014/main" id="{16067195-79F9-6462-E5A3-B49002CB7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47" y="2751435"/>
            <a:ext cx="2001999" cy="747100"/>
          </a:xfrm>
          <a:prstGeom prst="rect">
            <a:avLst/>
          </a:prstGeom>
        </p:spPr>
      </p:pic>
      <p:pic>
        <p:nvPicPr>
          <p:cNvPr id="8" name="Picture 7" descr="Google">
            <a:extLst>
              <a:ext uri="{FF2B5EF4-FFF2-40B4-BE49-F238E27FC236}">
                <a16:creationId xmlns:a16="http://schemas.microsoft.com/office/drawing/2014/main" id="{CB133AAC-47AB-E78B-5A38-EEAF0EC46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615" y="3285980"/>
            <a:ext cx="2124331" cy="1351564"/>
          </a:xfrm>
          <a:prstGeom prst="rect">
            <a:avLst/>
          </a:prstGeom>
        </p:spPr>
      </p:pic>
      <p:pic>
        <p:nvPicPr>
          <p:cNvPr id="9" name="Picture 8" descr="About Rigetti Computing | Rigetti Computing">
            <a:extLst>
              <a:ext uri="{FF2B5EF4-FFF2-40B4-BE49-F238E27FC236}">
                <a16:creationId xmlns:a16="http://schemas.microsoft.com/office/drawing/2014/main" id="{C675A170-D1F4-4A69-8982-2F41E3CB71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923" y="4579661"/>
            <a:ext cx="1741714" cy="914400"/>
          </a:xfrm>
          <a:prstGeom prst="rect">
            <a:avLst/>
          </a:prstGeom>
        </p:spPr>
      </p:pic>
      <p:pic>
        <p:nvPicPr>
          <p:cNvPr id="10" name="Picture 9" descr="Quantinuum">
            <a:extLst>
              <a:ext uri="{FF2B5EF4-FFF2-40B4-BE49-F238E27FC236}">
                <a16:creationId xmlns:a16="http://schemas.microsoft.com/office/drawing/2014/main" id="{BEDC568E-EF80-27E1-B822-BCD8E95D90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0" y="2751435"/>
            <a:ext cx="1888110" cy="1201273"/>
          </a:xfrm>
          <a:prstGeom prst="rect">
            <a:avLst/>
          </a:prstGeom>
        </p:spPr>
      </p:pic>
      <p:pic>
        <p:nvPicPr>
          <p:cNvPr id="11" name="Picture 10" descr="File:IonQ corp logo.svg - Wikimedia Commons">
            <a:extLst>
              <a:ext uri="{FF2B5EF4-FFF2-40B4-BE49-F238E27FC236}">
                <a16:creationId xmlns:a16="http://schemas.microsoft.com/office/drawing/2014/main" id="{4E633046-2477-0521-5E64-54424ECA1D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4782" y="4180344"/>
            <a:ext cx="2634130" cy="914400"/>
          </a:xfrm>
          <a:prstGeom prst="rect">
            <a:avLst/>
          </a:prstGeom>
        </p:spPr>
      </p:pic>
      <p:pic>
        <p:nvPicPr>
          <p:cNvPr id="17" name="Picture 16" descr="Media Kit">
            <a:extLst>
              <a:ext uri="{FF2B5EF4-FFF2-40B4-BE49-F238E27FC236}">
                <a16:creationId xmlns:a16="http://schemas.microsoft.com/office/drawing/2014/main" id="{57D8CD3B-CC6F-4121-F977-1DEB0F7816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4903" y="2751435"/>
            <a:ext cx="2579914" cy="755549"/>
          </a:xfrm>
          <a:prstGeom prst="rect">
            <a:avLst/>
          </a:prstGeom>
        </p:spPr>
      </p:pic>
      <p:pic>
        <p:nvPicPr>
          <p:cNvPr id="21" name="Picture 20" descr="PASQAL&#10;&#10;AI-generated content may be incorrect.">
            <a:extLst>
              <a:ext uri="{FF2B5EF4-FFF2-40B4-BE49-F238E27FC236}">
                <a16:creationId xmlns:a16="http://schemas.microsoft.com/office/drawing/2014/main" id="{C6D1C30F-09F5-6481-C755-23243483F3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4748" y="3629882"/>
            <a:ext cx="1899557" cy="949779"/>
          </a:xfrm>
          <a:prstGeom prst="rect">
            <a:avLst/>
          </a:prstGeom>
        </p:spPr>
      </p:pic>
      <p:pic>
        <p:nvPicPr>
          <p:cNvPr id="23" name="Picture 22" descr="Home - Atom Computing">
            <a:extLst>
              <a:ext uri="{FF2B5EF4-FFF2-40B4-BE49-F238E27FC236}">
                <a16:creationId xmlns:a16="http://schemas.microsoft.com/office/drawing/2014/main" id="{80C92099-F0F1-52A0-DF68-B8AC111A0E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838" y="4871861"/>
            <a:ext cx="2889705" cy="736921"/>
          </a:xfrm>
          <a:prstGeom prst="rect">
            <a:avLst/>
          </a:prstGeom>
        </p:spPr>
      </p:pic>
      <p:pic>
        <p:nvPicPr>
          <p:cNvPr id="24" name="Picture 23" descr="PsiQuantum Logo Vector - (.SVG + .PNG) - GetLogoVector.Com">
            <a:extLst>
              <a:ext uri="{FF2B5EF4-FFF2-40B4-BE49-F238E27FC236}">
                <a16:creationId xmlns:a16="http://schemas.microsoft.com/office/drawing/2014/main" id="{6C02B052-9947-2C01-7C55-442C6AA9D6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9159" y="2707929"/>
            <a:ext cx="2256899" cy="1253833"/>
          </a:xfrm>
          <a:prstGeom prst="rect">
            <a:avLst/>
          </a:prstGeom>
        </p:spPr>
      </p:pic>
      <p:pic>
        <p:nvPicPr>
          <p:cNvPr id="25" name="Picture 24" descr="Xanadu Releases World's First Photonic Quantum Computer in the Cloud">
            <a:extLst>
              <a:ext uri="{FF2B5EF4-FFF2-40B4-BE49-F238E27FC236}">
                <a16:creationId xmlns:a16="http://schemas.microsoft.com/office/drawing/2014/main" id="{608B63C1-6691-1AF4-9424-EA8DE28146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7726" y="4118923"/>
            <a:ext cx="1379764" cy="137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0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FE41-AE8C-80F9-627C-12B26AB1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7">
            <a:extLst>
              <a:ext uri="{FF2B5EF4-FFF2-40B4-BE49-F238E27FC236}">
                <a16:creationId xmlns:a16="http://schemas.microsoft.com/office/drawing/2014/main" id="{8C42DF6C-2B8A-F7FD-F636-B88B99131B20}"/>
              </a:ext>
            </a:extLst>
          </p:cNvPr>
          <p:cNvSpPr/>
          <p:nvPr/>
        </p:nvSpPr>
        <p:spPr>
          <a:xfrm>
            <a:off x="220452" y="354574"/>
            <a:ext cx="4988362" cy="135743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 dirty="0">
                <a:solidFill>
                  <a:srgbClr val="9184D9"/>
                </a:solidFill>
                <a:latin typeface="+mj-lt"/>
                <a:ea typeface="Inter"/>
              </a:rPr>
              <a:t>Global</a:t>
            </a:r>
            <a:r>
              <a:rPr lang="en-US" sz="3600" kern="0" spc="96" dirty="0">
                <a:solidFill>
                  <a:srgbClr val="9184D9"/>
                </a:solidFill>
                <a:latin typeface="Aptos Display"/>
                <a:ea typeface="Inter"/>
              </a:rPr>
              <a:t> vs Relative Phase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A8023-7FD1-66AE-FDC7-F4101B5173C6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3ADB01-F987-983C-8039-C4E4FB77C8EE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3ADB01-F987-983C-8039-C4E4FB77C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2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B642E4A3-E764-8BC4-51AC-E2AA9501ED1B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5748C9B9-0FE3-5557-2B44-86382A4C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EF82570B-3E28-C564-63FB-B5699D1F4F04}"/>
              </a:ext>
            </a:extLst>
          </p:cNvPr>
          <p:cNvSpPr/>
          <p:nvPr/>
        </p:nvSpPr>
        <p:spPr>
          <a:xfrm>
            <a:off x="761999" y="1561675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When you apply rotations to a qubit, you can add a phase depending on the gate chosen.</a:t>
            </a:r>
          </a:p>
          <a:p>
            <a:pPr defTabSz="609630">
              <a:lnSpc>
                <a:spcPct val="120832"/>
              </a:lnSpc>
            </a:pPr>
            <a:endParaRPr lang="en-US" sz="1500" dirty="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Applying a phase to all states, or a global phase, is the same as doing nothing. This leaves the probabilities unchanged</a:t>
            </a:r>
          </a:p>
          <a:p>
            <a:pPr defTabSz="609630">
              <a:lnSpc>
                <a:spcPct val="120832"/>
              </a:lnSpc>
            </a:pPr>
            <a:endParaRPr lang="en-US" sz="1500" dirty="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Applying the phase to a single state, or a relative phase, is invisible to a single measurement, but can combine with other operations to cancel out and add together </a:t>
            </a:r>
            <a:endParaRPr lang="en-US" sz="1500" dirty="0">
              <a:solidFill>
                <a:srgbClr val="CFD3E5"/>
              </a:solidFill>
              <a:latin typeface="Aptos Display"/>
              <a:ea typeface="In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B7D632-AACE-386E-7D4B-FC7200726868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|03⟩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B7D632-AACE-386E-7D4B-FC7200726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4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23DAC05A-AF4B-9E47-9AE6-A7A3E12EEAD8}"/>
                  </a:ext>
                </a:extLst>
              </p:cNvPr>
              <p:cNvSpPr/>
              <p:nvPr/>
            </p:nvSpPr>
            <p:spPr>
              <a:xfrm>
                <a:off x="4990232" y="1514621"/>
                <a:ext cx="6804439" cy="2807007"/>
              </a:xfrm>
              <a:prstGeom prst="rect">
                <a:avLst/>
              </a:prstGeom>
              <a:noFill/>
              <a:ln/>
            </p:spPr>
            <p:txBody>
              <a:bodyPr wrap="square" lIns="16933" tIns="16933" rIns="16933" bIns="16933" rtlCol="0" anchor="t">
                <a:noAutofit/>
              </a:bodyPr>
              <a:lstStyle/>
              <a:p>
                <a:pPr defTabSz="609630">
                  <a:lnSpc>
                    <a:spcPct val="120832"/>
                  </a:lnSpc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2800" i="1" dirty="0" smtClean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i="1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′⟩</m:t>
                          </m:r>
                          <m:r>
                            <m:rPr>
                              <m:aln/>
                            </m:rP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sz="2800" i="1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0⟩+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1⟩=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i="1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  <m:e>
                          <m:r>
                            <a:rPr lang="en-US" sz="2800" i="1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0|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  <m: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0|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e>
                          <m:r>
                            <m:rPr>
                              <m:aln/>
                            </m:rP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0|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 dirty="0">
                                      <a:solidFill>
                                        <a:srgbClr val="CFD3E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0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0|</m:t>
                                      </m:r>
                                      <m:r>
                                        <a:rPr lang="en-US" sz="2800" i="1" dirty="0">
                                          <a:solidFill>
                                            <a:srgbClr val="CFD3E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0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 dirty="0">
                              <a:solidFill>
                                <a:srgbClr val="CFD3E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 dirty="0">
                                  <a:solidFill>
                                    <a:srgbClr val="CFD3E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sz="2800" dirty="0">
                  <a:solidFill>
                    <a:srgbClr val="CFD3E5"/>
                  </a:solidFill>
                  <a:latin typeface="Aptos Display"/>
                  <a:ea typeface="Inter"/>
                </a:endParaRPr>
              </a:p>
            </p:txBody>
          </p:sp>
        </mc:Choice>
        <mc:Fallback xmlns=""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23DAC05A-AF4B-9E47-9AE6-A7A3E12EE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32" y="1514621"/>
                <a:ext cx="6804439" cy="2807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26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3110-0A41-79DC-6C34-0B4C3213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63C9DA8-BA96-1FF9-D208-195EAF5F38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0735C483-7C68-E9FE-1EE9-28B2A1F268EC}"/>
              </a:ext>
            </a:extLst>
          </p:cNvPr>
          <p:cNvSpPr/>
          <p:nvPr/>
        </p:nvSpPr>
        <p:spPr>
          <a:xfrm>
            <a:off x="220451" y="354574"/>
            <a:ext cx="11654899" cy="74709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 dirty="0">
                <a:solidFill>
                  <a:srgbClr val="9184D9"/>
                </a:solidFill>
                <a:latin typeface="+mj-lt"/>
                <a:ea typeface="Inter"/>
              </a:rPr>
              <a:t>Interference: How Quantum Computing actually works</a:t>
            </a:r>
            <a:endParaRPr lang="en-US" sz="3600" kern="0" spc="96" dirty="0">
              <a:solidFill>
                <a:srgbClr val="9184D9"/>
              </a:solidFill>
              <a:latin typeface="Aptos Display"/>
              <a:ea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AB36B-3B8C-1812-80C1-1A9B97CE504E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A2BDCA-7FBD-6906-8E5A-DDCDEF506407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A2BDCA-7FBD-6906-8E5A-DDCDEF506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24145A06-A847-ED28-89AF-8222009ED698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97E74C37-BE0F-9145-449D-06BB41D4E2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DD8989FD-DBDF-DE4E-7038-8828CF324331}"/>
              </a:ext>
            </a:extLst>
          </p:cNvPr>
          <p:cNvSpPr/>
          <p:nvPr/>
        </p:nvSpPr>
        <p:spPr>
          <a:xfrm>
            <a:off x="453957" y="1929270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Quantum computing prepares states with amplitudes</a:t>
            </a:r>
          </a:p>
          <a:p>
            <a:pPr defTabSz="609630">
              <a:lnSpc>
                <a:spcPct val="120832"/>
              </a:lnSpc>
            </a:pPr>
            <a:endParaRPr lang="en-US" sz="1500" dirty="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While superposition and entanglement allow us to perform lots of parallel computation that classical does not, when we measure a quantum state, we still only get one probability output back. So most information is lost.</a:t>
            </a:r>
            <a:endParaRPr lang="en-US" sz="1500" dirty="0">
              <a:solidFill>
                <a:srgbClr val="CFD3E5"/>
              </a:solidFill>
              <a:latin typeface="Aptos Display"/>
              <a:ea typeface="In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07BA-BCCF-14E3-C580-415ABF4A84BB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|04⟩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07BA-BCCF-14E3-C580-415ABF4A8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The image is a bar chart showing the probability distribution of quantum states, ranging from 0 to 2000 in increments of 200, with varying probabilities from 0.0000 to 0.0025.&#10;&#10;AI-generated content may be incorrect.">
            <a:extLst>
              <a:ext uri="{FF2B5EF4-FFF2-40B4-BE49-F238E27FC236}">
                <a16:creationId xmlns:a16="http://schemas.microsoft.com/office/drawing/2014/main" id="{172C8D23-B820-93F0-9ABE-2C64D7293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6605" y="1172295"/>
            <a:ext cx="57054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1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103D-F238-8916-34B8-2A16A980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7166955-ECF3-8DCA-79B4-EB0F06132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027C7BBA-997D-FBD3-8AAD-9E92D0043D9E}"/>
              </a:ext>
            </a:extLst>
          </p:cNvPr>
          <p:cNvSpPr/>
          <p:nvPr/>
        </p:nvSpPr>
        <p:spPr>
          <a:xfrm>
            <a:off x="220451" y="354574"/>
            <a:ext cx="11654899" cy="74709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124138"/>
              </a:lnSpc>
            </a:pPr>
            <a:r>
              <a:rPr lang="en-US" sz="3600" kern="0" spc="96" dirty="0">
                <a:solidFill>
                  <a:srgbClr val="9184D9"/>
                </a:solidFill>
                <a:latin typeface="+mj-lt"/>
                <a:ea typeface="Inter"/>
              </a:rPr>
              <a:t>Interference: How Quantum Computing actually works</a:t>
            </a:r>
            <a:endParaRPr lang="en-US" sz="3600" kern="0" spc="96" dirty="0">
              <a:solidFill>
                <a:srgbClr val="9184D9"/>
              </a:solidFill>
              <a:latin typeface="Aptos Display"/>
              <a:ea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2397F-8D12-991F-7EAA-2749F2DD475B}"/>
              </a:ext>
            </a:extLst>
          </p:cNvPr>
          <p:cNvSpPr txBox="1"/>
          <p:nvPr/>
        </p:nvSpPr>
        <p:spPr>
          <a:xfrm>
            <a:off x="8548594" y="5417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0CAB5-F4F1-B66B-CF77-CA83461685E4}"/>
                  </a:ext>
                </a:extLst>
              </p:cNvPr>
              <p:cNvSpPr txBox="1"/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|01⟩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0CAB5-F4F1-B66B-CF77-CA8346168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040" y="6042928"/>
                <a:ext cx="598311" cy="369332"/>
              </a:xfrm>
              <a:prstGeom prst="rect">
                <a:avLst/>
              </a:prstGeom>
              <a:blipFill>
                <a:blip r:embed="rId3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01DF4FD1-5D4F-EA56-10A4-C5EF0B5208E2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0CA50D9B-C5AD-A71B-42DF-2FDBFF228C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F4FABE34-B146-0D0E-E70E-282723864CB7}"/>
              </a:ext>
            </a:extLst>
          </p:cNvPr>
          <p:cNvSpPr/>
          <p:nvPr/>
        </p:nvSpPr>
        <p:spPr>
          <a:xfrm>
            <a:off x="453957" y="1929269"/>
            <a:ext cx="3548221" cy="258830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To combat this, we have to use the concept of interference and waves. </a:t>
            </a:r>
          </a:p>
          <a:p>
            <a:pPr defTabSz="609630">
              <a:lnSpc>
                <a:spcPct val="120832"/>
              </a:lnSpc>
            </a:pPr>
            <a:endParaRPr lang="en-US" sz="1500" dirty="0">
              <a:solidFill>
                <a:srgbClr val="CFD3E5"/>
              </a:solidFill>
              <a:latin typeface="+mj-lt"/>
              <a:ea typeface="Inter"/>
            </a:endParaRPr>
          </a:p>
          <a:p>
            <a:pPr defTabSz="609630">
              <a:lnSpc>
                <a:spcPct val="120832"/>
              </a:lnSpc>
            </a:pPr>
            <a:r>
              <a:rPr lang="en-US" sz="1500" dirty="0">
                <a:solidFill>
                  <a:srgbClr val="CFD3E5"/>
                </a:solidFill>
                <a:latin typeface="+mj-lt"/>
                <a:ea typeface="Inter"/>
              </a:rPr>
              <a:t>Using relative phases, we imagine different states as waves with phases and amplitudes, and we combine them in such a way that we can cancel out wrong answers and add correct ones. </a:t>
            </a:r>
            <a:endParaRPr lang="en-US" sz="1500" dirty="0">
              <a:solidFill>
                <a:srgbClr val="CFD3E5"/>
              </a:solidFill>
              <a:latin typeface="Aptos Display"/>
              <a:ea typeface="In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2532D1-007B-7171-E01E-E568DFD96263}"/>
                  </a:ext>
                </a:extLst>
              </p:cNvPr>
              <p:cNvSpPr txBox="1"/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|05⟩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2532D1-007B-7171-E01E-E568DFD96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29" y="6092647"/>
                <a:ext cx="598311" cy="369332"/>
              </a:xfrm>
              <a:prstGeom prst="rect">
                <a:avLst/>
              </a:prstGeom>
              <a:blipFill>
                <a:blip r:embed="rId5"/>
                <a:stretch>
                  <a:fillRect l="-3061" r="-306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illustrates two sine wave patterns, one in phase and one out of phase, demonstrating constructive and destructive interference respectively.&#10;&#10;AI-generated content may be incorrect.">
            <a:extLst>
              <a:ext uri="{FF2B5EF4-FFF2-40B4-BE49-F238E27FC236}">
                <a16:creationId xmlns:a16="http://schemas.microsoft.com/office/drawing/2014/main" id="{437E58F5-D153-9D7B-E579-09CD1BF2D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820" y="1150523"/>
            <a:ext cx="6454562" cy="44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5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481C657F9FD4CB305AF5182EF1539" ma:contentTypeVersion="3" ma:contentTypeDescription="Create a new document." ma:contentTypeScope="" ma:versionID="2a0445a79f4cdd6b23faa49dd7b2aee4">
  <xsd:schema xmlns:xsd="http://www.w3.org/2001/XMLSchema" xmlns:xs="http://www.w3.org/2001/XMLSchema" xmlns:p="http://schemas.microsoft.com/office/2006/metadata/properties" xmlns:ns2="89ee4562-f241-4d14-8dd6-380d725f8eb7" targetNamespace="http://schemas.microsoft.com/office/2006/metadata/properties" ma:root="true" ma:fieldsID="5eaee1709a1781d06a98b7b54d8e9d3f" ns2:_="">
    <xsd:import namespace="89ee4562-f241-4d14-8dd6-380d725f8e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e4562-f241-4d14-8dd6-380d725f8e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CB73EE-BD95-4510-A920-829134CDC668}">
  <ds:schemaRefs>
    <ds:schemaRef ds:uri="89ee4562-f241-4d14-8dd6-380d725f8e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FC00A9D-9FBD-4E1A-8898-92A5BFA240F1}">
  <ds:schemaRefs>
    <ds:schemaRef ds:uri="http://schemas.microsoft.com/office/2006/documentManagement/types"/>
    <ds:schemaRef ds:uri="http://purl.org/dc/elements/1.1/"/>
    <ds:schemaRef ds:uri="89ee4562-f241-4d14-8dd6-380d725f8eb7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797177F-77DF-4134-A73D-6FBD7EA409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Shlok Chatterjee</dc:creator>
  <cp:lastModifiedBy>Shlok Chatterjee</cp:lastModifiedBy>
  <cp:revision>59</cp:revision>
  <dcterms:created xsi:type="dcterms:W3CDTF">2026-08-31T17:33:04Z</dcterms:created>
  <dcterms:modified xsi:type="dcterms:W3CDTF">2026-09-24T01:40:04Z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0x010100962481C657F9FD4CB305AF5182EF1539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{"FileActivityType":"9","FileActivityTimeStamp":"2026-08-31T17:33:17.000Z","FileActivityUsersOnPage":[{"DisplayName":"Shlok Chatterjee","Id":"szc0292@auburn.edu"},{"DisplayName":"Jack Elsea","Id":"jwe0023@auburn.edu"}],"FileActivityNavigationId":null}</vt:lpwstr>
  </property>
  <property fmtid="{D5CDD505-2E9C-101B-9397-08002B2CF9AE}" pid="6" name="TriggerFlowInfo">
    <vt:lpwstr/>
  </property>
</Properties>
</file>