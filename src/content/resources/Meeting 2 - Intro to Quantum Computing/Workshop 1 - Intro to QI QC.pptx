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3D7B"/>
    <a:srgbClr val="121125"/>
    <a:srgbClr val="343169"/>
    <a:srgbClr val="1F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04F5E-6298-4EF9-8CC1-DCF9CA8D145C}" v="1149" dt="2026-09-09T21:51:23.606"/>
    <p1510:client id="{B1743FA8-E389-2007-C8CC-B067BD22DE9E}" v="3907" dt="2026-09-09T21:49:05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lok Chatterjee" userId="S::szc0292@auburn.edu::1a359f03-4381-4291-92f2-ec9e18b04f6e" providerId="AD" clId="Web-{76902C92-6268-4EC4-8F03-AB300AE0ED74}"/>
    <pc:docChg chg="modSld addMainMaster delMainMaster">
      <pc:chgData name="Shlok Chatterjee" userId="S::szc0292@auburn.edu::1a359f03-4381-4291-92f2-ec9e18b04f6e" providerId="AD" clId="Web-{76902C92-6268-4EC4-8F03-AB300AE0ED74}" dt="2026-09-01T01:31:09.987" v="111" actId="20577"/>
      <pc:docMkLst>
        <pc:docMk/>
      </pc:docMkLst>
      <pc:sldChg chg="addSp delSp modSp mod setBg modClrScheme chgLayout">
        <pc:chgData name="Shlok Chatterjee" userId="S::szc0292@auburn.edu::1a359f03-4381-4291-92f2-ec9e18b04f6e" providerId="AD" clId="Web-{76902C92-6268-4EC4-8F03-AB300AE0ED74}" dt="2026-09-01T01:31:09.987" v="111" actId="20577"/>
        <pc:sldMkLst>
          <pc:docMk/>
          <pc:sldMk cId="1505124366" sldId="256"/>
        </pc:sldMkLst>
        <pc:spChg chg="add mod">
          <ac:chgData name="Shlok Chatterjee" userId="S::szc0292@auburn.edu::1a359f03-4381-4291-92f2-ec9e18b04f6e" providerId="AD" clId="Web-{76902C92-6268-4EC4-8F03-AB300AE0ED74}" dt="2026-09-01T01:31:09.987" v="111" actId="20577"/>
          <ac:spMkLst>
            <pc:docMk/>
            <pc:sldMk cId="1505124366" sldId="256"/>
            <ac:spMk id="11" creationId="{2FE9FF85-0124-FED5-7DC2-ADC836D2BDAE}"/>
          </ac:spMkLst>
        </pc:spChg>
        <pc:picChg chg="add mod modCrop">
          <ac:chgData name="Shlok Chatterjee" userId="S::szc0292@auburn.edu::1a359f03-4381-4291-92f2-ec9e18b04f6e" providerId="AD" clId="Web-{76902C92-6268-4EC4-8F03-AB300AE0ED74}" dt="2026-09-01T01:30:29.406" v="58" actId="1076"/>
          <ac:picMkLst>
            <pc:docMk/>
            <pc:sldMk cId="1505124366" sldId="256"/>
            <ac:picMk id="10" creationId="{9C715E07-493E-9B05-C5E0-589925A6145E}"/>
          </ac:picMkLst>
        </pc:picChg>
      </pc:sldChg>
      <pc:sldMasterChg chg="add del addSldLayout delSldLayout">
        <pc:chgData name="Shlok Chatterjee" userId="S::szc0292@auburn.edu::1a359f03-4381-4291-92f2-ec9e18b04f6e" providerId="AD" clId="Web-{76902C92-6268-4EC4-8F03-AB300AE0ED74}" dt="2026-09-01T01:26:48.827" v="35"/>
        <pc:sldMasterMkLst>
          <pc:docMk/>
          <pc:sldMasterMk cId="4001907872" sldId="2147483648"/>
        </pc:sldMasterMkLst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723180890" sldId="2147483649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826809328" sldId="2147483650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463548677" sldId="2147483651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23646467" sldId="2147483652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26314443" sldId="2147483653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62112105" sldId="2147483654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861841181" sldId="2147483655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684363774" sldId="2147483656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892894297" sldId="2147483657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681986320" sldId="2147483658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Shlok Chatterjee" userId="S::szc0292@auburn.edu::1a359f03-4381-4291-92f2-ec9e18b04f6e" providerId="AD" clId="Web-{5EB44FFB-B3DA-FC8A-17B2-E7CB63BD9B57}"/>
    <pc:docChg chg="modSld">
      <pc:chgData name="Shlok Chatterjee" userId="S::szc0292@auburn.edu::1a359f03-4381-4291-92f2-ec9e18b04f6e" providerId="AD" clId="Web-{5EB44FFB-B3DA-FC8A-17B2-E7CB63BD9B57}" dt="2026-09-08T03:57:13.008" v="14" actId="20577"/>
      <pc:docMkLst>
        <pc:docMk/>
      </pc:docMkLst>
      <pc:sldChg chg="addSp delSp modSp">
        <pc:chgData name="Shlok Chatterjee" userId="S::szc0292@auburn.edu::1a359f03-4381-4291-92f2-ec9e18b04f6e" providerId="AD" clId="Web-{5EB44FFB-B3DA-FC8A-17B2-E7CB63BD9B57}" dt="2026-09-08T03:57:13.008" v="14" actId="20577"/>
        <pc:sldMkLst>
          <pc:docMk/>
          <pc:sldMk cId="4156853726" sldId="257"/>
        </pc:sldMkLst>
        <pc:spChg chg="add mod">
          <ac:chgData name="Shlok Chatterjee" userId="S::szc0292@auburn.edu::1a359f03-4381-4291-92f2-ec9e18b04f6e" providerId="AD" clId="Web-{5EB44FFB-B3DA-FC8A-17B2-E7CB63BD9B57}" dt="2026-09-08T03:57:13.008" v="14" actId="20577"/>
          <ac:spMkLst>
            <pc:docMk/>
            <pc:sldMk cId="4156853726" sldId="257"/>
            <ac:spMk id="2" creationId="{98FD4093-A9C9-87BB-4D0D-E9CCD83E348C}"/>
          </ac:spMkLst>
        </pc:spChg>
        <pc:spChg chg="del">
          <ac:chgData name="Shlok Chatterjee" userId="S::szc0292@auburn.edu::1a359f03-4381-4291-92f2-ec9e18b04f6e" providerId="AD" clId="Web-{5EB44FFB-B3DA-FC8A-17B2-E7CB63BD9B57}" dt="2026-09-08T03:50:48.590" v="0"/>
          <ac:spMkLst>
            <pc:docMk/>
            <pc:sldMk cId="4156853726" sldId="257"/>
            <ac:spMk id="46" creationId="{4AB6F1B8-0397-293F-A968-5FC684E9E408}"/>
          </ac:spMkLst>
        </pc:spChg>
      </pc:sldChg>
      <pc:sldChg chg="delSp">
        <pc:chgData name="Shlok Chatterjee" userId="S::szc0292@auburn.edu::1a359f03-4381-4291-92f2-ec9e18b04f6e" providerId="AD" clId="Web-{5EB44FFB-B3DA-FC8A-17B2-E7CB63BD9B57}" dt="2026-09-08T03:50:51.058" v="1"/>
        <pc:sldMkLst>
          <pc:docMk/>
          <pc:sldMk cId="2708800584" sldId="263"/>
        </pc:sldMkLst>
        <pc:spChg chg="del">
          <ac:chgData name="Shlok Chatterjee" userId="S::szc0292@auburn.edu::1a359f03-4381-4291-92f2-ec9e18b04f6e" providerId="AD" clId="Web-{5EB44FFB-B3DA-FC8A-17B2-E7CB63BD9B57}" dt="2026-09-08T03:50:51.058" v="1"/>
          <ac:spMkLst>
            <pc:docMk/>
            <pc:sldMk cId="2708800584" sldId="263"/>
            <ac:spMk id="4" creationId="{C53268C9-1E19-AD7B-7808-A5A98DBF361D}"/>
          </ac:spMkLst>
        </pc:spChg>
      </pc:sldChg>
      <pc:sldChg chg="delSp">
        <pc:chgData name="Shlok Chatterjee" userId="S::szc0292@auburn.edu::1a359f03-4381-4291-92f2-ec9e18b04f6e" providerId="AD" clId="Web-{5EB44FFB-B3DA-FC8A-17B2-E7CB63BD9B57}" dt="2026-09-08T03:50:53.496" v="2"/>
        <pc:sldMkLst>
          <pc:docMk/>
          <pc:sldMk cId="3662557721" sldId="264"/>
        </pc:sldMkLst>
        <pc:spChg chg="del">
          <ac:chgData name="Shlok Chatterjee" userId="S::szc0292@auburn.edu::1a359f03-4381-4291-92f2-ec9e18b04f6e" providerId="AD" clId="Web-{5EB44FFB-B3DA-FC8A-17B2-E7CB63BD9B57}" dt="2026-09-08T03:50:53.496" v="2"/>
          <ac:spMkLst>
            <pc:docMk/>
            <pc:sldMk cId="3662557721" sldId="264"/>
            <ac:spMk id="71" creationId="{4C5215A8-DC57-FB7F-C422-5976067CA9D6}"/>
          </ac:spMkLst>
        </pc:spChg>
      </pc:sldChg>
    </pc:docChg>
  </pc:docChgLst>
  <pc:docChgLst>
    <pc:chgData name="Jack Elsea" userId="S::jwe0023@auburn.edu::b131062b-0b31-4c99-80ce-b132788587c6" providerId="AD" clId="Web-{B1743FA8-E389-2007-C8CC-B067BD22DE9E}"/>
    <pc:docChg chg="addSld delSld modSld sldOrd">
      <pc:chgData name="Jack Elsea" userId="S::jwe0023@auburn.edu::b131062b-0b31-4c99-80ce-b132788587c6" providerId="AD" clId="Web-{B1743FA8-E389-2007-C8CC-B067BD22DE9E}" dt="2026-09-09T21:49:05.048" v="3852" actId="20577"/>
      <pc:docMkLst>
        <pc:docMk/>
      </pc:docMkLst>
      <pc:sldChg chg="modSp del ord">
        <pc:chgData name="Jack Elsea" userId="S::jwe0023@auburn.edu::b131062b-0b31-4c99-80ce-b132788587c6" providerId="AD" clId="Web-{B1743FA8-E389-2007-C8CC-B067BD22DE9E}" dt="2026-09-09T21:05:07.475" v="1489"/>
        <pc:sldMkLst>
          <pc:docMk/>
          <pc:sldMk cId="4156853726" sldId="257"/>
        </pc:sldMkLst>
        <pc:spChg chg="mod">
          <ac:chgData name="Jack Elsea" userId="S::jwe0023@auburn.edu::b131062b-0b31-4c99-80ce-b132788587c6" providerId="AD" clId="Web-{B1743FA8-E389-2007-C8CC-B067BD22DE9E}" dt="2026-09-09T20:45:06.907" v="731" actId="1076"/>
          <ac:spMkLst>
            <pc:docMk/>
            <pc:sldMk cId="4156853726" sldId="257"/>
            <ac:spMk id="12" creationId="{58BEEFEB-2E0C-0B94-3467-DCAC7A62AFD9}"/>
          </ac:spMkLst>
        </pc:spChg>
        <pc:spChg chg="mod">
          <ac:chgData name="Jack Elsea" userId="S::jwe0023@auburn.edu::b131062b-0b31-4c99-80ce-b132788587c6" providerId="AD" clId="Web-{B1743FA8-E389-2007-C8CC-B067BD22DE9E}" dt="2026-09-09T20:43:42.619" v="728" actId="1076"/>
          <ac:spMkLst>
            <pc:docMk/>
            <pc:sldMk cId="4156853726" sldId="257"/>
            <ac:spMk id="17" creationId="{2683C9DC-B61A-5075-428D-D3B84625F76F}"/>
          </ac:spMkLst>
        </pc:spChg>
      </pc:sldChg>
      <pc:sldChg chg="addSp delSp modSp add replId">
        <pc:chgData name="Jack Elsea" userId="S::jwe0023@auburn.edu::b131062b-0b31-4c99-80ce-b132788587c6" providerId="AD" clId="Web-{B1743FA8-E389-2007-C8CC-B067BD22DE9E}" dt="2026-09-09T20:41:19.970" v="723" actId="1076"/>
        <pc:sldMkLst>
          <pc:docMk/>
          <pc:sldMk cId="4029208719" sldId="267"/>
        </pc:sldMkLst>
        <pc:spChg chg="add mod">
          <ac:chgData name="Jack Elsea" userId="S::jwe0023@auburn.edu::b131062b-0b31-4c99-80ce-b132788587c6" providerId="AD" clId="Web-{B1743FA8-E389-2007-C8CC-B067BD22DE9E}" dt="2026-09-09T20:32:44.731" v="287" actId="1076"/>
          <ac:spMkLst>
            <pc:docMk/>
            <pc:sldMk cId="4029208719" sldId="267"/>
            <ac:spMk id="8" creationId="{B5EE242F-F90F-36FA-3E32-8103671447FB}"/>
          </ac:spMkLst>
        </pc:spChg>
        <pc:spChg chg="add del mod">
          <ac:chgData name="Jack Elsea" userId="S::jwe0023@auburn.edu::b131062b-0b31-4c99-80ce-b132788587c6" providerId="AD" clId="Web-{B1743FA8-E389-2007-C8CC-B067BD22DE9E}" dt="2026-09-09T20:28:02.383" v="88"/>
          <ac:spMkLst>
            <pc:docMk/>
            <pc:sldMk cId="4029208719" sldId="267"/>
            <ac:spMk id="9" creationId="{E565A02C-1E47-2EEB-4E8A-FF7DFB268215}"/>
          </ac:spMkLst>
        </pc:spChg>
        <pc:spChg chg="add del mod">
          <ac:chgData name="Jack Elsea" userId="S::jwe0023@auburn.edu::b131062b-0b31-4c99-80ce-b132788587c6" providerId="AD" clId="Web-{B1743FA8-E389-2007-C8CC-B067BD22DE9E}" dt="2026-09-09T20:28:03.430" v="89"/>
          <ac:spMkLst>
            <pc:docMk/>
            <pc:sldMk cId="4029208719" sldId="267"/>
            <ac:spMk id="11" creationId="{01EF60E0-42C7-EF17-6CCB-A3649E66BD92}"/>
          </ac:spMkLst>
        </pc:spChg>
        <pc:spChg chg="del">
          <ac:chgData name="Jack Elsea" userId="S::jwe0023@auburn.edu::b131062b-0b31-4c99-80ce-b132788587c6" providerId="AD" clId="Web-{B1743FA8-E389-2007-C8CC-B067BD22DE9E}" dt="2026-09-09T20:20:34.555" v="8"/>
          <ac:spMkLst>
            <pc:docMk/>
            <pc:sldMk cId="4029208719" sldId="267"/>
            <ac:spMk id="12" creationId="{D3355311-CEF9-B3C4-E6D8-82F6E074D8E4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731" v="288" actId="1076"/>
          <ac:spMkLst>
            <pc:docMk/>
            <pc:sldMk cId="4029208719" sldId="267"/>
            <ac:spMk id="13" creationId="{4F7502A2-2625-C122-FC6F-58ACEA0552E8}"/>
          </ac:spMkLst>
        </pc:spChg>
        <pc:spChg chg="add mod ord">
          <ac:chgData name="Jack Elsea" userId="S::jwe0023@auburn.edu::b131062b-0b31-4c99-80ce-b132788587c6" providerId="AD" clId="Web-{B1743FA8-E389-2007-C8CC-B067BD22DE9E}" dt="2026-09-09T20:32:44.778" v="291" actId="1076"/>
          <ac:spMkLst>
            <pc:docMk/>
            <pc:sldMk cId="4029208719" sldId="267"/>
            <ac:spMk id="14" creationId="{AFE1827B-F2CE-79CA-C604-89780D0A1EFF}"/>
          </ac:spMkLst>
        </pc:spChg>
        <pc:spChg chg="del">
          <ac:chgData name="Jack Elsea" userId="S::jwe0023@auburn.edu::b131062b-0b31-4c99-80ce-b132788587c6" providerId="AD" clId="Web-{B1743FA8-E389-2007-C8CC-B067BD22DE9E}" dt="2026-09-09T20:20:38.946" v="10"/>
          <ac:spMkLst>
            <pc:docMk/>
            <pc:sldMk cId="4029208719" sldId="267"/>
            <ac:spMk id="15" creationId="{9AD04924-1F17-8F4A-74AE-66A95DE50D01}"/>
          </ac:spMkLst>
        </pc:spChg>
        <pc:spChg chg="add del mod">
          <ac:chgData name="Jack Elsea" userId="S::jwe0023@auburn.edu::b131062b-0b31-4c99-80ce-b132788587c6" providerId="AD" clId="Web-{B1743FA8-E389-2007-C8CC-B067BD22DE9E}" dt="2026-09-09T20:28:58.668" v="109"/>
          <ac:spMkLst>
            <pc:docMk/>
            <pc:sldMk cId="4029208719" sldId="267"/>
            <ac:spMk id="16" creationId="{156B4486-2727-55F7-B889-90C59BFFDF49}"/>
          </ac:spMkLst>
        </pc:spChg>
        <pc:spChg chg="del">
          <ac:chgData name="Jack Elsea" userId="S::jwe0023@auburn.edu::b131062b-0b31-4c99-80ce-b132788587c6" providerId="AD" clId="Web-{B1743FA8-E389-2007-C8CC-B067BD22DE9E}" dt="2026-09-09T20:20:37.493" v="9"/>
          <ac:spMkLst>
            <pc:docMk/>
            <pc:sldMk cId="4029208719" sldId="267"/>
            <ac:spMk id="17" creationId="{D78DF34B-E051-CAAC-2C9E-53F7508424D1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746" v="289" actId="1076"/>
          <ac:spMkLst>
            <pc:docMk/>
            <pc:sldMk cId="4029208719" sldId="267"/>
            <ac:spMk id="18" creationId="{A7DF0652-EE75-72CB-35FA-30FC14444D40}"/>
          </ac:spMkLst>
        </pc:spChg>
        <pc:spChg chg="del">
          <ac:chgData name="Jack Elsea" userId="S::jwe0023@auburn.edu::b131062b-0b31-4c99-80ce-b132788587c6" providerId="AD" clId="Web-{B1743FA8-E389-2007-C8CC-B067BD22DE9E}" dt="2026-09-09T20:20:46.446" v="13"/>
          <ac:spMkLst>
            <pc:docMk/>
            <pc:sldMk cId="4029208719" sldId="267"/>
            <ac:spMk id="19" creationId="{717A3735-D1D5-476D-AE4A-AA34AE79DA53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762" v="290" actId="1076"/>
          <ac:spMkLst>
            <pc:docMk/>
            <pc:sldMk cId="4029208719" sldId="267"/>
            <ac:spMk id="20" creationId="{E3024E7C-2792-7995-7BAA-04E1B274BEE6}"/>
          </ac:spMkLst>
        </pc:spChg>
        <pc:spChg chg="del">
          <ac:chgData name="Jack Elsea" userId="S::jwe0023@auburn.edu::b131062b-0b31-4c99-80ce-b132788587c6" providerId="AD" clId="Web-{B1743FA8-E389-2007-C8CC-B067BD22DE9E}" dt="2026-09-09T20:20:41.837" v="12"/>
          <ac:spMkLst>
            <pc:docMk/>
            <pc:sldMk cId="4029208719" sldId="267"/>
            <ac:spMk id="21" creationId="{52DA1749-ECEA-ABCC-95A4-769F316F6B91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793" v="292" actId="1076"/>
          <ac:spMkLst>
            <pc:docMk/>
            <pc:sldMk cId="4029208719" sldId="267"/>
            <ac:spMk id="22" creationId="{C7584CC6-0DDC-2733-A31E-FC25A226BFAE}"/>
          </ac:spMkLst>
        </pc:spChg>
        <pc:spChg chg="del">
          <ac:chgData name="Jack Elsea" userId="S::jwe0023@auburn.edu::b131062b-0b31-4c99-80ce-b132788587c6" providerId="AD" clId="Web-{B1743FA8-E389-2007-C8CC-B067BD22DE9E}" dt="2026-09-09T20:20:40.430" v="11"/>
          <ac:spMkLst>
            <pc:docMk/>
            <pc:sldMk cId="4029208719" sldId="267"/>
            <ac:spMk id="23" creationId="{5CFA04EA-EDE5-7C11-51B8-EF6F64E61A74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793" v="293" actId="1076"/>
          <ac:spMkLst>
            <pc:docMk/>
            <pc:sldMk cId="4029208719" sldId="267"/>
            <ac:spMk id="24" creationId="{A07C0799-A8B6-0FA9-64A9-E900FCDC1E40}"/>
          </ac:spMkLst>
        </pc:spChg>
        <pc:spChg chg="add mod">
          <ac:chgData name="Jack Elsea" userId="S::jwe0023@auburn.edu::b131062b-0b31-4c99-80ce-b132788587c6" providerId="AD" clId="Web-{B1743FA8-E389-2007-C8CC-B067BD22DE9E}" dt="2026-09-09T20:32:44.809" v="294" actId="1076"/>
          <ac:spMkLst>
            <pc:docMk/>
            <pc:sldMk cId="4029208719" sldId="267"/>
            <ac:spMk id="25" creationId="{DA3D3B6A-E699-D57B-AAB5-F01AE8F10604}"/>
          </ac:spMkLst>
        </pc:spChg>
        <pc:spChg chg="mod">
          <ac:chgData name="Jack Elsea" userId="S::jwe0023@auburn.edu::b131062b-0b31-4c99-80ce-b132788587c6" providerId="AD" clId="Web-{B1743FA8-E389-2007-C8CC-B067BD22DE9E}" dt="2026-09-09T20:40:04.918" v="713" actId="1076"/>
          <ac:spMkLst>
            <pc:docMk/>
            <pc:sldMk cId="4029208719" sldId="267"/>
            <ac:spMk id="26" creationId="{943C6B22-8F12-BAB0-428C-D3A6C68E4FA0}"/>
          </ac:spMkLst>
        </pc:spChg>
        <pc:spChg chg="add mod">
          <ac:chgData name="Jack Elsea" userId="S::jwe0023@auburn.edu::b131062b-0b31-4c99-80ce-b132788587c6" providerId="AD" clId="Web-{B1743FA8-E389-2007-C8CC-B067BD22DE9E}" dt="2026-09-09T20:40:33.263" v="718" actId="20577"/>
          <ac:spMkLst>
            <pc:docMk/>
            <pc:sldMk cId="4029208719" sldId="267"/>
            <ac:spMk id="28" creationId="{9AC3B375-AD36-BE48-0014-0FA72866A895}"/>
          </ac:spMkLst>
        </pc:spChg>
        <pc:spChg chg="add mod">
          <ac:chgData name="Jack Elsea" userId="S::jwe0023@auburn.edu::b131062b-0b31-4c99-80ce-b132788587c6" providerId="AD" clId="Web-{B1743FA8-E389-2007-C8CC-B067BD22DE9E}" dt="2026-09-09T20:41:19.970" v="723" actId="1076"/>
          <ac:spMkLst>
            <pc:docMk/>
            <pc:sldMk cId="4029208719" sldId="267"/>
            <ac:spMk id="30" creationId="{42DB0D10-E1E0-D08C-546B-38D6435C9D26}"/>
          </ac:spMkLst>
        </pc:spChg>
        <pc:spChg chg="ord">
          <ac:chgData name="Jack Elsea" userId="S::jwe0023@auburn.edu::b131062b-0b31-4c99-80ce-b132788587c6" providerId="AD" clId="Web-{B1743FA8-E389-2007-C8CC-B067BD22DE9E}" dt="2026-09-09T20:41:10.172" v="721"/>
          <ac:spMkLst>
            <pc:docMk/>
            <pc:sldMk cId="4029208719" sldId="267"/>
            <ac:spMk id="44" creationId="{5DB5E8FF-AA0B-214E-0F1B-C39CD73FB8DE}"/>
          </ac:spMkLst>
        </pc:spChg>
        <pc:picChg chg="add mod">
          <ac:chgData name="Jack Elsea" userId="S::jwe0023@auburn.edu::b131062b-0b31-4c99-80ce-b132788587c6" providerId="AD" clId="Web-{B1743FA8-E389-2007-C8CC-B067BD22DE9E}" dt="2026-09-09T20:32:44.715" v="286" actId="1076"/>
          <ac:picMkLst>
            <pc:docMk/>
            <pc:sldMk cId="4029208719" sldId="267"/>
            <ac:picMk id="4" creationId="{CB48BAED-C939-8436-CA02-A2DC35DA02E5}"/>
          </ac:picMkLst>
        </pc:picChg>
        <pc:picChg chg="ord">
          <ac:chgData name="Jack Elsea" userId="S::jwe0023@auburn.edu::b131062b-0b31-4c99-80ce-b132788587c6" providerId="AD" clId="Web-{B1743FA8-E389-2007-C8CC-B067BD22DE9E}" dt="2026-09-09T20:30:05.704" v="127"/>
          <ac:picMkLst>
            <pc:docMk/>
            <pc:sldMk cId="4029208719" sldId="267"/>
            <ac:picMk id="48" creationId="{FC2E32C6-5624-C209-A931-1F9FA26F67E4}"/>
          </ac:picMkLst>
        </pc:picChg>
        <pc:cxnChg chg="add del mod">
          <ac:chgData name="Jack Elsea" userId="S::jwe0023@auburn.edu::b131062b-0b31-4c99-80ce-b132788587c6" providerId="AD" clId="Web-{B1743FA8-E389-2007-C8CC-B067BD22DE9E}" dt="2026-09-09T20:25:07.902" v="23"/>
          <ac:cxnSpMkLst>
            <pc:docMk/>
            <pc:sldMk cId="4029208719" sldId="267"/>
            <ac:cxnSpMk id="5" creationId="{8FF88094-9F6C-A0FD-D1E4-50ECC4B80C16}"/>
          </ac:cxnSpMkLst>
        </pc:cxnChg>
        <pc:cxnChg chg="add del mod">
          <ac:chgData name="Jack Elsea" userId="S::jwe0023@auburn.edu::b131062b-0b31-4c99-80ce-b132788587c6" providerId="AD" clId="Web-{B1743FA8-E389-2007-C8CC-B067BD22DE9E}" dt="2026-09-09T20:25:37.201" v="27"/>
          <ac:cxnSpMkLst>
            <pc:docMk/>
            <pc:sldMk cId="4029208719" sldId="267"/>
            <ac:cxnSpMk id="6" creationId="{19077BA8-B9EE-8B26-3EF3-16CC25F37787}"/>
          </ac:cxnSpMkLst>
        </pc:cxnChg>
      </pc:sldChg>
      <pc:sldChg chg="addSp delSp modSp add replId">
        <pc:chgData name="Jack Elsea" userId="S::jwe0023@auburn.edu::b131062b-0b31-4c99-80ce-b132788587c6" providerId="AD" clId="Web-{B1743FA8-E389-2007-C8CC-B067BD22DE9E}" dt="2026-09-09T21:05:02.131" v="1488" actId="1076"/>
        <pc:sldMkLst>
          <pc:docMk/>
          <pc:sldMk cId="1964941634" sldId="268"/>
        </pc:sldMkLst>
        <pc:spChg chg="add del mod">
          <ac:chgData name="Jack Elsea" userId="S::jwe0023@auburn.edu::b131062b-0b31-4c99-80ce-b132788587c6" providerId="AD" clId="Web-{B1743FA8-E389-2007-C8CC-B067BD22DE9E}" dt="2026-09-09T20:48:14.608" v="745"/>
          <ac:spMkLst>
            <pc:docMk/>
            <pc:sldMk cId="1964941634" sldId="268"/>
            <ac:spMk id="4" creationId="{18FEECA2-623C-18B4-72E2-998A21AECCB2}"/>
          </ac:spMkLst>
        </pc:spChg>
        <pc:spChg chg="add del mod">
          <ac:chgData name="Jack Elsea" userId="S::jwe0023@auburn.edu::b131062b-0b31-4c99-80ce-b132788587c6" providerId="AD" clId="Web-{B1743FA8-E389-2007-C8CC-B067BD22DE9E}" dt="2026-09-09T20:48:51.251" v="750"/>
          <ac:spMkLst>
            <pc:docMk/>
            <pc:sldMk cId="1964941634" sldId="268"/>
            <ac:spMk id="5" creationId="{DB1C4831-871A-F3C1-96BD-76CDE730A8EE}"/>
          </ac:spMkLst>
        </pc:spChg>
        <pc:spChg chg="add del mod">
          <ac:chgData name="Jack Elsea" userId="S::jwe0023@auburn.edu::b131062b-0b31-4c99-80ce-b132788587c6" providerId="AD" clId="Web-{B1743FA8-E389-2007-C8CC-B067BD22DE9E}" dt="2026-09-09T20:50:41.540" v="763"/>
          <ac:spMkLst>
            <pc:docMk/>
            <pc:sldMk cId="1964941634" sldId="268"/>
            <ac:spMk id="7" creationId="{B25E9F41-096A-6C61-D1D3-FA1AE72D18DC}"/>
          </ac:spMkLst>
        </pc:spChg>
        <pc:spChg chg="add del mod">
          <ac:chgData name="Jack Elsea" userId="S::jwe0023@auburn.edu::b131062b-0b31-4c99-80ce-b132788587c6" providerId="AD" clId="Web-{B1743FA8-E389-2007-C8CC-B067BD22DE9E}" dt="2026-09-09T20:50:31.711" v="760"/>
          <ac:spMkLst>
            <pc:docMk/>
            <pc:sldMk cId="1964941634" sldId="268"/>
            <ac:spMk id="9" creationId="{F0BBD592-6D6F-91DD-DF54-504712CB6938}"/>
          </ac:spMkLst>
        </pc:spChg>
        <pc:spChg chg="del">
          <ac:chgData name="Jack Elsea" userId="S::jwe0023@auburn.edu::b131062b-0b31-4c99-80ce-b132788587c6" providerId="AD" clId="Web-{B1743FA8-E389-2007-C8CC-B067BD22DE9E}" dt="2026-09-09T20:47:36.027" v="733"/>
          <ac:spMkLst>
            <pc:docMk/>
            <pc:sldMk cId="1964941634" sldId="268"/>
            <ac:spMk id="12" creationId="{75ED7B72-D9A5-15EB-12FF-498C9610FD09}"/>
          </ac:spMkLst>
        </pc:spChg>
        <pc:spChg chg="add mod">
          <ac:chgData name="Jack Elsea" userId="S::jwe0023@auburn.edu::b131062b-0b31-4c99-80ce-b132788587c6" providerId="AD" clId="Web-{B1743FA8-E389-2007-C8CC-B067BD22DE9E}" dt="2026-09-09T20:59:56.015" v="1160" actId="20577"/>
          <ac:spMkLst>
            <pc:docMk/>
            <pc:sldMk cId="1964941634" sldId="268"/>
            <ac:spMk id="13" creationId="{96491C48-4D77-046A-419D-8F14A0F5C052}"/>
          </ac:spMkLst>
        </pc:spChg>
        <pc:spChg chg="del">
          <ac:chgData name="Jack Elsea" userId="S::jwe0023@auburn.edu::b131062b-0b31-4c99-80ce-b132788587c6" providerId="AD" clId="Web-{B1743FA8-E389-2007-C8CC-B067BD22DE9E}" dt="2026-09-09T20:47:37.090" v="736"/>
          <ac:spMkLst>
            <pc:docMk/>
            <pc:sldMk cId="1964941634" sldId="268"/>
            <ac:spMk id="15" creationId="{49422EFF-BE47-485D-F164-000A832BD1B5}"/>
          </ac:spMkLst>
        </pc:spChg>
        <pc:spChg chg="add mod">
          <ac:chgData name="Jack Elsea" userId="S::jwe0023@auburn.edu::b131062b-0b31-4c99-80ce-b132788587c6" providerId="AD" clId="Web-{B1743FA8-E389-2007-C8CC-B067BD22DE9E}" dt="2026-09-09T21:00:09.141" v="1162" actId="1076"/>
          <ac:spMkLst>
            <pc:docMk/>
            <pc:sldMk cId="1964941634" sldId="268"/>
            <ac:spMk id="16" creationId="{C0C441A2-E49A-68FD-ADA0-29E051E4C592}"/>
          </ac:spMkLst>
        </pc:spChg>
        <pc:spChg chg="del">
          <ac:chgData name="Jack Elsea" userId="S::jwe0023@auburn.edu::b131062b-0b31-4c99-80ce-b132788587c6" providerId="AD" clId="Web-{B1743FA8-E389-2007-C8CC-B067BD22DE9E}" dt="2026-09-09T20:47:36.590" v="734"/>
          <ac:spMkLst>
            <pc:docMk/>
            <pc:sldMk cId="1964941634" sldId="268"/>
            <ac:spMk id="17" creationId="{338D2FD0-FB52-2DEB-E2D4-D3DFBF072D9E}"/>
          </ac:spMkLst>
        </pc:spChg>
        <pc:spChg chg="del">
          <ac:chgData name="Jack Elsea" userId="S::jwe0023@auburn.edu::b131062b-0b31-4c99-80ce-b132788587c6" providerId="AD" clId="Web-{B1743FA8-E389-2007-C8CC-B067BD22DE9E}" dt="2026-09-09T20:47:38.074" v="738"/>
          <ac:spMkLst>
            <pc:docMk/>
            <pc:sldMk cId="1964941634" sldId="268"/>
            <ac:spMk id="19" creationId="{6C8887CF-D044-E8AA-9F26-5B4BE94C7611}"/>
          </ac:spMkLst>
        </pc:spChg>
        <pc:spChg chg="add del">
          <ac:chgData name="Jack Elsea" userId="S::jwe0023@auburn.edu::b131062b-0b31-4c99-80ce-b132788587c6" providerId="AD" clId="Web-{B1743FA8-E389-2007-C8CC-B067BD22DE9E}" dt="2026-09-09T21:00:19.939" v="1167"/>
          <ac:spMkLst>
            <pc:docMk/>
            <pc:sldMk cId="1964941634" sldId="268"/>
            <ac:spMk id="20" creationId="{EBE2EA18-CA25-B9AA-0161-4648F08E9FC4}"/>
          </ac:spMkLst>
        </pc:spChg>
        <pc:spChg chg="del">
          <ac:chgData name="Jack Elsea" userId="S::jwe0023@auburn.edu::b131062b-0b31-4c99-80ce-b132788587c6" providerId="AD" clId="Web-{B1743FA8-E389-2007-C8CC-B067BD22DE9E}" dt="2026-09-09T20:47:37.293" v="737"/>
          <ac:spMkLst>
            <pc:docMk/>
            <pc:sldMk cId="1964941634" sldId="268"/>
            <ac:spMk id="21" creationId="{D95C0272-5078-E95E-5232-256350DA4977}"/>
          </ac:spMkLst>
        </pc:spChg>
        <pc:spChg chg="del">
          <ac:chgData name="Jack Elsea" userId="S::jwe0023@auburn.edu::b131062b-0b31-4c99-80ce-b132788587c6" providerId="AD" clId="Web-{B1743FA8-E389-2007-C8CC-B067BD22DE9E}" dt="2026-09-09T20:47:36.855" v="735"/>
          <ac:spMkLst>
            <pc:docMk/>
            <pc:sldMk cId="1964941634" sldId="268"/>
            <ac:spMk id="23" creationId="{6B959DF0-3C8E-AA0F-D5B2-0F65A4557520}"/>
          </ac:spMkLst>
        </pc:spChg>
        <pc:spChg chg="add mod">
          <ac:chgData name="Jack Elsea" userId="S::jwe0023@auburn.edu::b131062b-0b31-4c99-80ce-b132788587c6" providerId="AD" clId="Web-{B1743FA8-E389-2007-C8CC-B067BD22DE9E}" dt="2026-09-09T21:00:22.189" v="1168" actId="1076"/>
          <ac:spMkLst>
            <pc:docMk/>
            <pc:sldMk cId="1964941634" sldId="268"/>
            <ac:spMk id="24" creationId="{1B619964-1401-F3A9-F244-C173C2969D75}"/>
          </ac:spMkLst>
        </pc:spChg>
        <pc:spChg chg="add mod">
          <ac:chgData name="Jack Elsea" userId="S::jwe0023@auburn.edu::b131062b-0b31-4c99-80ce-b132788587c6" providerId="AD" clId="Web-{B1743FA8-E389-2007-C8CC-B067BD22DE9E}" dt="2026-09-09T21:04:58.834" v="1487" actId="1076"/>
          <ac:spMkLst>
            <pc:docMk/>
            <pc:sldMk cId="1964941634" sldId="268"/>
            <ac:spMk id="25" creationId="{4393BF3C-E552-687C-12BC-3696587E31C2}"/>
          </ac:spMkLst>
        </pc:spChg>
        <pc:spChg chg="add mod">
          <ac:chgData name="Jack Elsea" userId="S::jwe0023@auburn.edu::b131062b-0b31-4c99-80ce-b132788587c6" providerId="AD" clId="Web-{B1743FA8-E389-2007-C8CC-B067BD22DE9E}" dt="2026-09-09T21:05:02.131" v="1488" actId="1076"/>
          <ac:spMkLst>
            <pc:docMk/>
            <pc:sldMk cId="1964941634" sldId="268"/>
            <ac:spMk id="28" creationId="{CCBC1CB3-E8A2-87E4-2B7A-F43B4D46F54C}"/>
          </ac:spMkLst>
        </pc:spChg>
        <pc:picChg chg="add del mod">
          <ac:chgData name="Jack Elsea" userId="S::jwe0023@auburn.edu::b131062b-0b31-4c99-80ce-b132788587c6" providerId="AD" clId="Web-{B1743FA8-E389-2007-C8CC-B067BD22DE9E}" dt="2026-09-09T20:50:33.196" v="761"/>
          <ac:picMkLst>
            <pc:docMk/>
            <pc:sldMk cId="1964941634" sldId="268"/>
            <ac:picMk id="8" creationId="{EC0A82B4-2E67-C127-BF55-B3D842BB2346}"/>
          </ac:picMkLst>
        </pc:picChg>
      </pc:sldChg>
      <pc:sldChg chg="addSp delSp modSp add replId">
        <pc:chgData name="Jack Elsea" userId="S::jwe0023@auburn.edu::b131062b-0b31-4c99-80ce-b132788587c6" providerId="AD" clId="Web-{B1743FA8-E389-2007-C8CC-B067BD22DE9E}" dt="2026-09-09T21:21:57.154" v="2273" actId="20577"/>
        <pc:sldMkLst>
          <pc:docMk/>
          <pc:sldMk cId="1815452298" sldId="269"/>
        </pc:sldMkLst>
        <pc:spChg chg="add del mod">
          <ac:chgData name="Jack Elsea" userId="S::jwe0023@auburn.edu::b131062b-0b31-4c99-80ce-b132788587c6" providerId="AD" clId="Web-{B1743FA8-E389-2007-C8CC-B067BD22DE9E}" dt="2026-09-09T21:15:47.582" v="1824"/>
          <ac:spMkLst>
            <pc:docMk/>
            <pc:sldMk cId="1815452298" sldId="269"/>
            <ac:spMk id="5" creationId="{ABF59A9E-38B2-1484-3563-F53D11FF067E}"/>
          </ac:spMkLst>
        </pc:spChg>
        <pc:spChg chg="add mod">
          <ac:chgData name="Jack Elsea" userId="S::jwe0023@auburn.edu::b131062b-0b31-4c99-80ce-b132788587c6" providerId="AD" clId="Web-{B1743FA8-E389-2007-C8CC-B067BD22DE9E}" dt="2026-09-09T21:17:52.950" v="1876" actId="20577"/>
          <ac:spMkLst>
            <pc:docMk/>
            <pc:sldMk cId="1815452298" sldId="269"/>
            <ac:spMk id="7" creationId="{B04255EB-AB52-759C-F65D-EFFFBB8E23B6}"/>
          </ac:spMkLst>
        </pc:spChg>
        <pc:spChg chg="del mod">
          <ac:chgData name="Jack Elsea" userId="S::jwe0023@auburn.edu::b131062b-0b31-4c99-80ce-b132788587c6" providerId="AD" clId="Web-{B1743FA8-E389-2007-C8CC-B067BD22DE9E}" dt="2026-09-09T21:12:17.817" v="1812"/>
          <ac:spMkLst>
            <pc:docMk/>
            <pc:sldMk cId="1815452298" sldId="269"/>
            <ac:spMk id="8" creationId="{990AC5FB-42D4-9232-B7B4-EE9F3988BD92}"/>
          </ac:spMkLst>
        </pc:spChg>
        <pc:spChg chg="add mod">
          <ac:chgData name="Jack Elsea" userId="S::jwe0023@auburn.edu::b131062b-0b31-4c99-80ce-b132788587c6" providerId="AD" clId="Web-{B1743FA8-E389-2007-C8CC-B067BD22DE9E}" dt="2026-09-09T21:19:16.315" v="2055" actId="20577"/>
          <ac:spMkLst>
            <pc:docMk/>
            <pc:sldMk cId="1815452298" sldId="269"/>
            <ac:spMk id="11" creationId="{1C68B280-90B1-D71B-8DA5-B35E92D3C692}"/>
          </ac:spMkLst>
        </pc:spChg>
        <pc:spChg chg="del">
          <ac:chgData name="Jack Elsea" userId="S::jwe0023@auburn.edu::b131062b-0b31-4c99-80ce-b132788587c6" providerId="AD" clId="Web-{B1743FA8-E389-2007-C8CC-B067BD22DE9E}" dt="2026-09-09T21:12:20.411" v="1814"/>
          <ac:spMkLst>
            <pc:docMk/>
            <pc:sldMk cId="1815452298" sldId="269"/>
            <ac:spMk id="13" creationId="{963D7D2A-2A88-0AD8-625F-3E31C0F43794}"/>
          </ac:spMkLst>
        </pc:spChg>
        <pc:spChg chg="del">
          <ac:chgData name="Jack Elsea" userId="S::jwe0023@auburn.edu::b131062b-0b31-4c99-80ce-b132788587c6" providerId="AD" clId="Web-{B1743FA8-E389-2007-C8CC-B067BD22DE9E}" dt="2026-09-09T21:12:22.615" v="1816"/>
          <ac:spMkLst>
            <pc:docMk/>
            <pc:sldMk cId="1815452298" sldId="269"/>
            <ac:spMk id="14" creationId="{B13679D0-9A40-7F47-D220-8AA5F01695EB}"/>
          </ac:spMkLst>
        </pc:spChg>
        <pc:spChg chg="add mod">
          <ac:chgData name="Jack Elsea" userId="S::jwe0023@auburn.edu::b131062b-0b31-4c99-80ce-b132788587c6" providerId="AD" clId="Web-{B1743FA8-E389-2007-C8CC-B067BD22DE9E}" dt="2026-09-09T21:17:58.216" v="1892" actId="20577"/>
          <ac:spMkLst>
            <pc:docMk/>
            <pc:sldMk cId="1815452298" sldId="269"/>
            <ac:spMk id="15" creationId="{56B3C3E5-9998-6827-ED23-387950C43741}"/>
          </ac:spMkLst>
        </pc:spChg>
        <pc:spChg chg="add mod">
          <ac:chgData name="Jack Elsea" userId="S::jwe0023@auburn.edu::b131062b-0b31-4c99-80ce-b132788587c6" providerId="AD" clId="Web-{B1743FA8-E389-2007-C8CC-B067BD22DE9E}" dt="2026-09-09T21:20:22.351" v="2177" actId="20577"/>
          <ac:spMkLst>
            <pc:docMk/>
            <pc:sldMk cId="1815452298" sldId="269"/>
            <ac:spMk id="17" creationId="{1DEF7814-4E3A-62F2-7759-856987E52A56}"/>
          </ac:spMkLst>
        </pc:spChg>
        <pc:spChg chg="del">
          <ac:chgData name="Jack Elsea" userId="S::jwe0023@auburn.edu::b131062b-0b31-4c99-80ce-b132788587c6" providerId="AD" clId="Web-{B1743FA8-E389-2007-C8CC-B067BD22DE9E}" dt="2026-09-09T21:12:19.521" v="1813"/>
          <ac:spMkLst>
            <pc:docMk/>
            <pc:sldMk cId="1815452298" sldId="269"/>
            <ac:spMk id="18" creationId="{D722A65D-55B3-6F6E-888A-26C4BF120A68}"/>
          </ac:spMkLst>
        </pc:spChg>
        <pc:spChg chg="add mod">
          <ac:chgData name="Jack Elsea" userId="S::jwe0023@auburn.edu::b131062b-0b31-4c99-80ce-b132788587c6" providerId="AD" clId="Web-{B1743FA8-E389-2007-C8CC-B067BD22DE9E}" dt="2026-09-09T21:17:11.963" v="1864" actId="20577"/>
          <ac:spMkLst>
            <pc:docMk/>
            <pc:sldMk cId="1815452298" sldId="269"/>
            <ac:spMk id="19" creationId="{F70EDA8B-6090-CA34-89B7-1AEB6749A18E}"/>
          </ac:spMkLst>
        </pc:spChg>
        <pc:spChg chg="del">
          <ac:chgData name="Jack Elsea" userId="S::jwe0023@auburn.edu::b131062b-0b31-4c99-80ce-b132788587c6" providerId="AD" clId="Web-{B1743FA8-E389-2007-C8CC-B067BD22DE9E}" dt="2026-09-09T21:12:21.693" v="1815"/>
          <ac:spMkLst>
            <pc:docMk/>
            <pc:sldMk cId="1815452298" sldId="269"/>
            <ac:spMk id="20" creationId="{41A930AD-9E84-2E16-4464-1CF04528F647}"/>
          </ac:spMkLst>
        </pc:spChg>
        <pc:spChg chg="add mod">
          <ac:chgData name="Jack Elsea" userId="S::jwe0023@auburn.edu::b131062b-0b31-4c99-80ce-b132788587c6" providerId="AD" clId="Web-{B1743FA8-E389-2007-C8CC-B067BD22DE9E}" dt="2026-09-09T21:21:54.514" v="2272" actId="20577"/>
          <ac:spMkLst>
            <pc:docMk/>
            <pc:sldMk cId="1815452298" sldId="269"/>
            <ac:spMk id="21" creationId="{681FC3EC-E48E-3167-5894-AEECE218E7F8}"/>
          </ac:spMkLst>
        </pc:spChg>
        <pc:spChg chg="del">
          <ac:chgData name="Jack Elsea" userId="S::jwe0023@auburn.edu::b131062b-0b31-4c99-80ce-b132788587c6" providerId="AD" clId="Web-{B1743FA8-E389-2007-C8CC-B067BD22DE9E}" dt="2026-09-09T21:12:23.646" v="1817"/>
          <ac:spMkLst>
            <pc:docMk/>
            <pc:sldMk cId="1815452298" sldId="269"/>
            <ac:spMk id="22" creationId="{C889900F-33DD-0ADB-40BE-F16A2F74FFA8}"/>
          </ac:spMkLst>
        </pc:spChg>
        <pc:spChg chg="del">
          <ac:chgData name="Jack Elsea" userId="S::jwe0023@auburn.edu::b131062b-0b31-4c99-80ce-b132788587c6" providerId="AD" clId="Web-{B1743FA8-E389-2007-C8CC-B067BD22DE9E}" dt="2026-09-09T21:12:24.568" v="1818"/>
          <ac:spMkLst>
            <pc:docMk/>
            <pc:sldMk cId="1815452298" sldId="269"/>
            <ac:spMk id="24" creationId="{1DEF0499-5F10-FB98-5103-C8A322BDBFCF}"/>
          </ac:spMkLst>
        </pc:spChg>
        <pc:spChg chg="del">
          <ac:chgData name="Jack Elsea" userId="S::jwe0023@auburn.edu::b131062b-0b31-4c99-80ce-b132788587c6" providerId="AD" clId="Web-{B1743FA8-E389-2007-C8CC-B067BD22DE9E}" dt="2026-09-09T21:12:25.802" v="1819"/>
          <ac:spMkLst>
            <pc:docMk/>
            <pc:sldMk cId="1815452298" sldId="269"/>
            <ac:spMk id="25" creationId="{561B2ED1-D4CC-8537-FD4E-CB2C47099B4E}"/>
          </ac:spMkLst>
        </pc:spChg>
        <pc:spChg chg="mod">
          <ac:chgData name="Jack Elsea" userId="S::jwe0023@auburn.edu::b131062b-0b31-4c99-80ce-b132788587c6" providerId="AD" clId="Web-{B1743FA8-E389-2007-C8CC-B067BD22DE9E}" dt="2026-09-09T21:06:15.902" v="1493" actId="20577"/>
          <ac:spMkLst>
            <pc:docMk/>
            <pc:sldMk cId="1815452298" sldId="269"/>
            <ac:spMk id="26" creationId="{97049A04-B694-5456-22BF-9062EBE0CF65}"/>
          </ac:spMkLst>
        </pc:spChg>
        <pc:spChg chg="mod">
          <ac:chgData name="Jack Elsea" userId="S::jwe0023@auburn.edu::b131062b-0b31-4c99-80ce-b132788587c6" providerId="AD" clId="Web-{B1743FA8-E389-2007-C8CC-B067BD22DE9E}" dt="2026-09-09T21:21:57.154" v="2273" actId="20577"/>
          <ac:spMkLst>
            <pc:docMk/>
            <pc:sldMk cId="1815452298" sldId="269"/>
            <ac:spMk id="28" creationId="{17649A55-6FF7-758F-FCFB-35FB9E7C8FE2}"/>
          </ac:spMkLst>
        </pc:spChg>
        <pc:picChg chg="del">
          <ac:chgData name="Jack Elsea" userId="S::jwe0023@auburn.edu::b131062b-0b31-4c99-80ce-b132788587c6" providerId="AD" clId="Web-{B1743FA8-E389-2007-C8CC-B067BD22DE9E}" dt="2026-09-09T21:06:17.605" v="1494"/>
          <ac:picMkLst>
            <pc:docMk/>
            <pc:sldMk cId="1815452298" sldId="269"/>
            <ac:picMk id="4" creationId="{4D7EAA75-BE03-8F21-4014-8BA114C0256C}"/>
          </ac:picMkLst>
        </pc:picChg>
      </pc:sldChg>
      <pc:sldChg chg="modSp add replId">
        <pc:chgData name="Jack Elsea" userId="S::jwe0023@auburn.edu::b131062b-0b31-4c99-80ce-b132788587c6" providerId="AD" clId="Web-{B1743FA8-E389-2007-C8CC-B067BD22DE9E}" dt="2026-09-09T21:32:45.934" v="3063" actId="20577"/>
        <pc:sldMkLst>
          <pc:docMk/>
          <pc:sldMk cId="2587856696" sldId="270"/>
        </pc:sldMkLst>
        <pc:spChg chg="mod">
          <ac:chgData name="Jack Elsea" userId="S::jwe0023@auburn.edu::b131062b-0b31-4c99-80ce-b132788587c6" providerId="AD" clId="Web-{B1743FA8-E389-2007-C8CC-B067BD22DE9E}" dt="2026-09-09T21:28:34.276" v="2678" actId="20577"/>
          <ac:spMkLst>
            <pc:docMk/>
            <pc:sldMk cId="2587856696" sldId="270"/>
            <ac:spMk id="7" creationId="{F4F049F2-3E80-589F-D4A9-1021799DAE4E}"/>
          </ac:spMkLst>
        </pc:spChg>
        <pc:spChg chg="mod">
          <ac:chgData name="Jack Elsea" userId="S::jwe0023@auburn.edu::b131062b-0b31-4c99-80ce-b132788587c6" providerId="AD" clId="Web-{B1743FA8-E389-2007-C8CC-B067BD22DE9E}" dt="2026-09-09T21:30:52.176" v="2858" actId="20577"/>
          <ac:spMkLst>
            <pc:docMk/>
            <pc:sldMk cId="2587856696" sldId="270"/>
            <ac:spMk id="11" creationId="{CFD5DC77-51C0-5582-4585-5D53F8738FD1}"/>
          </ac:spMkLst>
        </pc:spChg>
        <pc:spChg chg="mod">
          <ac:chgData name="Jack Elsea" userId="S::jwe0023@auburn.edu::b131062b-0b31-4c99-80ce-b132788587c6" providerId="AD" clId="Web-{B1743FA8-E389-2007-C8CC-B067BD22DE9E}" dt="2026-09-09T21:31:00.254" v="2869" actId="20577"/>
          <ac:spMkLst>
            <pc:docMk/>
            <pc:sldMk cId="2587856696" sldId="270"/>
            <ac:spMk id="15" creationId="{8AE1C09B-C29B-117A-F309-227E181EBFF4}"/>
          </ac:spMkLst>
        </pc:spChg>
        <pc:spChg chg="mod">
          <ac:chgData name="Jack Elsea" userId="S::jwe0023@auburn.edu::b131062b-0b31-4c99-80ce-b132788587c6" providerId="AD" clId="Web-{B1743FA8-E389-2007-C8CC-B067BD22DE9E}" dt="2026-09-09T21:31:59.634" v="2966" actId="20577"/>
          <ac:spMkLst>
            <pc:docMk/>
            <pc:sldMk cId="2587856696" sldId="270"/>
            <ac:spMk id="17" creationId="{3A1E2600-EE86-7012-9E57-4B08501FC8A4}"/>
          </ac:spMkLst>
        </pc:spChg>
        <pc:spChg chg="mod">
          <ac:chgData name="Jack Elsea" userId="S::jwe0023@auburn.edu::b131062b-0b31-4c99-80ce-b132788587c6" providerId="AD" clId="Web-{B1743FA8-E389-2007-C8CC-B067BD22DE9E}" dt="2026-09-09T21:32:06.806" v="2974" actId="20577"/>
          <ac:spMkLst>
            <pc:docMk/>
            <pc:sldMk cId="2587856696" sldId="270"/>
            <ac:spMk id="19" creationId="{62B9CB18-F96F-AD06-3E3D-A2AB96D53C06}"/>
          </ac:spMkLst>
        </pc:spChg>
        <pc:spChg chg="mod">
          <ac:chgData name="Jack Elsea" userId="S::jwe0023@auburn.edu::b131062b-0b31-4c99-80ce-b132788587c6" providerId="AD" clId="Web-{B1743FA8-E389-2007-C8CC-B067BD22DE9E}" dt="2026-09-09T21:32:45.934" v="3063" actId="20577"/>
          <ac:spMkLst>
            <pc:docMk/>
            <pc:sldMk cId="2587856696" sldId="270"/>
            <ac:spMk id="21" creationId="{B4604BB7-9E8D-9E36-4EE0-584D753C940E}"/>
          </ac:spMkLst>
        </pc:spChg>
        <pc:spChg chg="mod">
          <ac:chgData name="Jack Elsea" userId="S::jwe0023@auburn.edu::b131062b-0b31-4c99-80ce-b132788587c6" providerId="AD" clId="Web-{B1743FA8-E389-2007-C8CC-B067BD22DE9E}" dt="2026-09-09T21:22:16.812" v="2289" actId="20577"/>
          <ac:spMkLst>
            <pc:docMk/>
            <pc:sldMk cId="2587856696" sldId="270"/>
            <ac:spMk id="26" creationId="{496D9F23-40FE-0447-FB5B-30B279A9C61F}"/>
          </ac:spMkLst>
        </pc:spChg>
        <pc:spChg chg="mod">
          <ac:chgData name="Jack Elsea" userId="S::jwe0023@auburn.edu::b131062b-0b31-4c99-80ce-b132788587c6" providerId="AD" clId="Web-{B1743FA8-E389-2007-C8CC-B067BD22DE9E}" dt="2026-09-09T21:28:22.822" v="2654" actId="20577"/>
          <ac:spMkLst>
            <pc:docMk/>
            <pc:sldMk cId="2587856696" sldId="270"/>
            <ac:spMk id="28" creationId="{E3F46315-62AA-F937-6BF4-0326F0A5696B}"/>
          </ac:spMkLst>
        </pc:spChg>
      </pc:sldChg>
      <pc:sldChg chg="addSp delSp modSp add replId">
        <pc:chgData name="Jack Elsea" userId="S::jwe0023@auburn.edu::b131062b-0b31-4c99-80ce-b132788587c6" providerId="AD" clId="Web-{B1743FA8-E389-2007-C8CC-B067BD22DE9E}" dt="2026-09-09T21:49:05.048" v="3852" actId="20577"/>
        <pc:sldMkLst>
          <pc:docMk/>
          <pc:sldMk cId="2081136275" sldId="271"/>
        </pc:sldMkLst>
        <pc:spChg chg="add del mod">
          <ac:chgData name="Jack Elsea" userId="S::jwe0023@auburn.edu::b131062b-0b31-4c99-80ce-b132788587c6" providerId="AD" clId="Web-{B1743FA8-E389-2007-C8CC-B067BD22DE9E}" dt="2026-09-09T21:45:29.096" v="3662"/>
          <ac:spMkLst>
            <pc:docMk/>
            <pc:sldMk cId="2081136275" sldId="271"/>
            <ac:spMk id="4" creationId="{3D1E5436-9DA9-0059-E189-558BB4F549B3}"/>
          </ac:spMkLst>
        </pc:spChg>
        <pc:spChg chg="add mod">
          <ac:chgData name="Jack Elsea" userId="S::jwe0023@auburn.edu::b131062b-0b31-4c99-80ce-b132788587c6" providerId="AD" clId="Web-{B1743FA8-E389-2007-C8CC-B067BD22DE9E}" dt="2026-09-09T21:46:09.942" v="3735" actId="14100"/>
          <ac:spMkLst>
            <pc:docMk/>
            <pc:sldMk cId="2081136275" sldId="271"/>
            <ac:spMk id="6" creationId="{C0FEFECA-5CC0-ABF0-D394-C7FE255C064F}"/>
          </ac:spMkLst>
        </pc:spChg>
        <pc:spChg chg="del">
          <ac:chgData name="Jack Elsea" userId="S::jwe0023@auburn.edu::b131062b-0b31-4c99-80ce-b132788587c6" providerId="AD" clId="Web-{B1743FA8-E389-2007-C8CC-B067BD22DE9E}" dt="2026-09-09T21:41:11.328" v="3564"/>
          <ac:spMkLst>
            <pc:docMk/>
            <pc:sldMk cId="2081136275" sldId="271"/>
            <ac:spMk id="7" creationId="{57C773D6-C011-A7ED-43C7-678FFB3D6FCF}"/>
          </ac:spMkLst>
        </pc:spChg>
        <pc:spChg chg="add mod">
          <ac:chgData name="Jack Elsea" userId="S::jwe0023@auburn.edu::b131062b-0b31-4c99-80ce-b132788587c6" providerId="AD" clId="Web-{B1743FA8-E389-2007-C8CC-B067BD22DE9E}" dt="2026-09-09T21:46:28.366" v="3751" actId="20577"/>
          <ac:spMkLst>
            <pc:docMk/>
            <pc:sldMk cId="2081136275" sldId="271"/>
            <ac:spMk id="8" creationId="{B112078A-F37A-7C08-5F9D-CE16DAB2ABF5}"/>
          </ac:spMkLst>
        </pc:spChg>
        <pc:spChg chg="add mod">
          <ac:chgData name="Jack Elsea" userId="S::jwe0023@auburn.edu::b131062b-0b31-4c99-80ce-b132788587c6" providerId="AD" clId="Web-{B1743FA8-E389-2007-C8CC-B067BD22DE9E}" dt="2026-09-09T21:48:26.811" v="3819" actId="1076"/>
          <ac:spMkLst>
            <pc:docMk/>
            <pc:sldMk cId="2081136275" sldId="271"/>
            <ac:spMk id="9" creationId="{F0001832-7897-74B3-49CA-542C11022EC0}"/>
          </ac:spMkLst>
        </pc:spChg>
        <pc:spChg chg="del mod">
          <ac:chgData name="Jack Elsea" userId="S::jwe0023@auburn.edu::b131062b-0b31-4c99-80ce-b132788587c6" providerId="AD" clId="Web-{B1743FA8-E389-2007-C8CC-B067BD22DE9E}" dt="2026-09-09T21:41:14.156" v="3566"/>
          <ac:spMkLst>
            <pc:docMk/>
            <pc:sldMk cId="2081136275" sldId="271"/>
            <ac:spMk id="11" creationId="{C620E3AD-43DB-1F58-5F67-909D6CB24089}"/>
          </ac:spMkLst>
        </pc:spChg>
        <pc:spChg chg="add del">
          <ac:chgData name="Jack Elsea" userId="S::jwe0023@auburn.edu::b131062b-0b31-4c99-80ce-b132788587c6" providerId="AD" clId="Web-{B1743FA8-E389-2007-C8CC-B067BD22DE9E}" dt="2026-09-09T21:46:45.601" v="3770"/>
          <ac:spMkLst>
            <pc:docMk/>
            <pc:sldMk cId="2081136275" sldId="271"/>
            <ac:spMk id="12" creationId="{E2409992-9510-B493-D82D-0E6C255E04D1}"/>
          </ac:spMkLst>
        </pc:spChg>
        <pc:spChg chg="add del mod">
          <ac:chgData name="Jack Elsea" userId="S::jwe0023@auburn.edu::b131062b-0b31-4c99-80ce-b132788587c6" providerId="AD" clId="Web-{B1743FA8-E389-2007-C8CC-B067BD22DE9E}" dt="2026-09-09T21:48:08.998" v="3815"/>
          <ac:spMkLst>
            <pc:docMk/>
            <pc:sldMk cId="2081136275" sldId="271"/>
            <ac:spMk id="13" creationId="{80CD0712-AD80-F3A6-FF8E-4D886FE86BC3}"/>
          </ac:spMkLst>
        </pc:spChg>
        <pc:spChg chg="add mod">
          <ac:chgData name="Jack Elsea" userId="S::jwe0023@auburn.edu::b131062b-0b31-4c99-80ce-b132788587c6" providerId="AD" clId="Web-{B1743FA8-E389-2007-C8CC-B067BD22DE9E}" dt="2026-09-09T21:48:46.735" v="3832" actId="20577"/>
          <ac:spMkLst>
            <pc:docMk/>
            <pc:sldMk cId="2081136275" sldId="271"/>
            <ac:spMk id="14" creationId="{82F4F9FD-DCAD-E9ED-5880-6DDB0700CCB9}"/>
          </ac:spMkLst>
        </pc:spChg>
        <pc:spChg chg="del">
          <ac:chgData name="Jack Elsea" userId="S::jwe0023@auburn.edu::b131062b-0b31-4c99-80ce-b132788587c6" providerId="AD" clId="Web-{B1743FA8-E389-2007-C8CC-B067BD22DE9E}" dt="2026-09-09T21:41:15.297" v="3567"/>
          <ac:spMkLst>
            <pc:docMk/>
            <pc:sldMk cId="2081136275" sldId="271"/>
            <ac:spMk id="15" creationId="{1A2D6D14-071D-0206-EFA6-38BE773CC637}"/>
          </ac:spMkLst>
        </pc:spChg>
        <pc:spChg chg="add mod">
          <ac:chgData name="Jack Elsea" userId="S::jwe0023@auburn.edu::b131062b-0b31-4c99-80ce-b132788587c6" providerId="AD" clId="Web-{B1743FA8-E389-2007-C8CC-B067BD22DE9E}" dt="2026-09-09T21:48:55.501" v="3842" actId="20577"/>
          <ac:spMkLst>
            <pc:docMk/>
            <pc:sldMk cId="2081136275" sldId="271"/>
            <ac:spMk id="16" creationId="{CDA5C548-7CBC-A34C-35E4-C3BBF3BD9757}"/>
          </ac:spMkLst>
        </pc:spChg>
        <pc:spChg chg="del">
          <ac:chgData name="Jack Elsea" userId="S::jwe0023@auburn.edu::b131062b-0b31-4c99-80ce-b132788587c6" providerId="AD" clId="Web-{B1743FA8-E389-2007-C8CC-B067BD22DE9E}" dt="2026-09-09T21:41:16.500" v="3568"/>
          <ac:spMkLst>
            <pc:docMk/>
            <pc:sldMk cId="2081136275" sldId="271"/>
            <ac:spMk id="17" creationId="{DAFD5501-90A5-B86D-F8C3-B16AFE80632E}"/>
          </ac:spMkLst>
        </pc:spChg>
        <pc:spChg chg="add mod">
          <ac:chgData name="Jack Elsea" userId="S::jwe0023@auburn.edu::b131062b-0b31-4c99-80ce-b132788587c6" providerId="AD" clId="Web-{B1743FA8-E389-2007-C8CC-B067BD22DE9E}" dt="2026-09-09T21:49:05.048" v="3852" actId="20577"/>
          <ac:spMkLst>
            <pc:docMk/>
            <pc:sldMk cId="2081136275" sldId="271"/>
            <ac:spMk id="18" creationId="{B7ADA0F8-0AA3-17B2-7673-E4D903156B56}"/>
          </ac:spMkLst>
        </pc:spChg>
        <pc:spChg chg="del mod">
          <ac:chgData name="Jack Elsea" userId="S::jwe0023@auburn.edu::b131062b-0b31-4c99-80ce-b132788587c6" providerId="AD" clId="Web-{B1743FA8-E389-2007-C8CC-B067BD22DE9E}" dt="2026-09-09T21:41:19.672" v="3570"/>
          <ac:spMkLst>
            <pc:docMk/>
            <pc:sldMk cId="2081136275" sldId="271"/>
            <ac:spMk id="19" creationId="{D38F4747-3746-E266-7A38-85FF3F6290EB}"/>
          </ac:spMkLst>
        </pc:spChg>
        <pc:spChg chg="del mod">
          <ac:chgData name="Jack Elsea" userId="S::jwe0023@auburn.edu::b131062b-0b31-4c99-80ce-b132788587c6" providerId="AD" clId="Web-{B1743FA8-E389-2007-C8CC-B067BD22DE9E}" dt="2026-09-09T21:41:21.985" v="3572"/>
          <ac:spMkLst>
            <pc:docMk/>
            <pc:sldMk cId="2081136275" sldId="271"/>
            <ac:spMk id="21" creationId="{918F2DEE-F26F-07F3-38F2-8B8F0CDB1262}"/>
          </ac:spMkLst>
        </pc:spChg>
        <pc:spChg chg="mod">
          <ac:chgData name="Jack Elsea" userId="S::jwe0023@auburn.edu::b131062b-0b31-4c99-80ce-b132788587c6" providerId="AD" clId="Web-{B1743FA8-E389-2007-C8CC-B067BD22DE9E}" dt="2026-09-09T21:33:08.279" v="3085" actId="14100"/>
          <ac:spMkLst>
            <pc:docMk/>
            <pc:sldMk cId="2081136275" sldId="271"/>
            <ac:spMk id="26" creationId="{86566BA5-984B-1BCB-194A-401CCFBD77C3}"/>
          </ac:spMkLst>
        </pc:spChg>
        <pc:spChg chg="mod">
          <ac:chgData name="Jack Elsea" userId="S::jwe0023@auburn.edu::b131062b-0b31-4c99-80ce-b132788587c6" providerId="AD" clId="Web-{B1743FA8-E389-2007-C8CC-B067BD22DE9E}" dt="2026-09-09T21:41:28.814" v="3574" actId="20577"/>
          <ac:spMkLst>
            <pc:docMk/>
            <pc:sldMk cId="2081136275" sldId="271"/>
            <ac:spMk id="28" creationId="{7932E648-8E10-56B4-4F98-DF3CA239725C}"/>
          </ac:spMkLst>
        </pc:spChg>
      </pc:sldChg>
    </pc:docChg>
  </pc:docChgLst>
  <pc:docChgLst>
    <pc:chgData name="Jack Elsea" userId="S::jwe0023@auburn.edu::b131062b-0b31-4c99-80ce-b132788587c6" providerId="AD" clId="Web-{9B52D425-C643-3A06-22DC-D3DBE3940317}"/>
    <pc:docChg chg="modSld">
      <pc:chgData name="Jack Elsea" userId="S::jwe0023@auburn.edu::b131062b-0b31-4c99-80ce-b132788587c6" providerId="AD" clId="Web-{9B52D425-C643-3A06-22DC-D3DBE3940317}" dt="2026-09-02T19:45:58.123" v="155" actId="20577"/>
      <pc:docMkLst>
        <pc:docMk/>
      </pc:docMkLst>
      <pc:sldChg chg="modSp">
        <pc:chgData name="Jack Elsea" userId="S::jwe0023@auburn.edu::b131062b-0b31-4c99-80ce-b132788587c6" providerId="AD" clId="Web-{9B52D425-C643-3A06-22DC-D3DBE3940317}" dt="2026-09-02T19:44:35.245" v="147" actId="20577"/>
        <pc:sldMkLst>
          <pc:docMk/>
          <pc:sldMk cId="4156853726" sldId="257"/>
        </pc:sldMkLst>
      </pc:sldChg>
      <pc:sldChg chg="modSp">
        <pc:chgData name="Jack Elsea" userId="S::jwe0023@auburn.edu::b131062b-0b31-4c99-80ce-b132788587c6" providerId="AD" clId="Web-{9B52D425-C643-3A06-22DC-D3DBE3940317}" dt="2026-09-02T19:45:58.123" v="155" actId="20577"/>
        <pc:sldMkLst>
          <pc:docMk/>
          <pc:sldMk cId="2708800584" sldId="263"/>
        </pc:sldMkLst>
        <pc:spChg chg="mod">
          <ac:chgData name="Jack Elsea" userId="S::jwe0023@auburn.edu::b131062b-0b31-4c99-80ce-b132788587c6" providerId="AD" clId="Web-{9B52D425-C643-3A06-22DC-D3DBE3940317}" dt="2026-09-02T19:45:58.123" v="155" actId="20577"/>
          <ac:spMkLst>
            <pc:docMk/>
            <pc:sldMk cId="2708800584" sldId="263"/>
            <ac:spMk id="25" creationId="{18554CCB-55F5-4EE6-4A90-EBCA49EC8A81}"/>
          </ac:spMkLst>
        </pc:spChg>
        <pc:spChg chg="mod">
          <ac:chgData name="Jack Elsea" userId="S::jwe0023@auburn.edu::b131062b-0b31-4c99-80ce-b132788587c6" providerId="AD" clId="Web-{9B52D425-C643-3A06-22DC-D3DBE3940317}" dt="2026-09-02T19:45:56.060" v="154" actId="20577"/>
          <ac:spMkLst>
            <pc:docMk/>
            <pc:sldMk cId="2708800584" sldId="263"/>
            <ac:spMk id="54" creationId="{EA7634C6-3AA6-769B-E0FB-5767B6A9D413}"/>
          </ac:spMkLst>
        </pc:spChg>
      </pc:sldChg>
    </pc:docChg>
  </pc:docChgLst>
  <pc:docChgLst>
    <pc:chgData name="Shlok Chatterjee" userId="1a359f03-4381-4291-92f2-ec9e18b04f6e" providerId="ADAL" clId="{142FBF24-FA81-4AB4-AB0B-862216B20CE9}"/>
    <pc:docChg chg="undo custSel addSld delSld modSld modMainMaster">
      <pc:chgData name="Shlok Chatterjee" userId="1a359f03-4381-4291-92f2-ec9e18b04f6e" providerId="ADAL" clId="{142FBF24-FA81-4AB4-AB0B-862216B20CE9}" dt="2026-09-09T21:51:23.606" v="1982" actId="47"/>
      <pc:docMkLst>
        <pc:docMk/>
      </pc:docMkLst>
      <pc:sldChg chg="addSp modSp mod setBg">
        <pc:chgData name="Shlok Chatterjee" userId="1a359f03-4381-4291-92f2-ec9e18b04f6e" providerId="ADAL" clId="{142FBF24-FA81-4AB4-AB0B-862216B20CE9}" dt="2026-09-09T21:09:11.690" v="1964" actId="1036"/>
        <pc:sldMkLst>
          <pc:docMk/>
          <pc:sldMk cId="1505124366" sldId="256"/>
        </pc:sldMkLst>
        <pc:spChg chg="mod">
          <ac:chgData name="Shlok Chatterjee" userId="1a359f03-4381-4291-92f2-ec9e18b04f6e" providerId="ADAL" clId="{142FBF24-FA81-4AB4-AB0B-862216B20CE9}" dt="2026-09-01T01:32:40.365" v="0"/>
          <ac:spMkLst>
            <pc:docMk/>
            <pc:sldMk cId="1505124366" sldId="256"/>
            <ac:spMk id="11" creationId="{2FE9FF85-0124-FED5-7DC2-ADC836D2BDAE}"/>
          </ac:spMkLst>
        </pc:spChg>
        <pc:spChg chg="mod">
          <ac:chgData name="Shlok Chatterjee" userId="1a359f03-4381-4291-92f2-ec9e18b04f6e" providerId="ADAL" clId="{142FBF24-FA81-4AB4-AB0B-862216B20CE9}" dt="2026-09-09T21:09:11.690" v="1964" actId="1036"/>
          <ac:spMkLst>
            <pc:docMk/>
            <pc:sldMk cId="1505124366" sldId="256"/>
            <ac:spMk id="13" creationId="{25C0C4A9-7382-F449-CDBA-FBFF9AD6DD21}"/>
          </ac:spMkLst>
        </pc:spChg>
      </pc:sldChg>
      <pc:sldChg chg="addSp delSp modSp mod setBg">
        <pc:chgData name="Shlok Chatterjee" userId="1a359f03-4381-4291-92f2-ec9e18b04f6e" providerId="ADAL" clId="{142FBF24-FA81-4AB4-AB0B-862216B20CE9}" dt="2026-09-09T20:55:30.800" v="1961" actId="1076"/>
        <pc:sldMkLst>
          <pc:docMk/>
          <pc:sldMk cId="4156853726" sldId="257"/>
        </pc:sldMkLst>
        <pc:spChg chg="add mod">
          <ac:chgData name="Shlok Chatterjee" userId="1a359f03-4381-4291-92f2-ec9e18b04f6e" providerId="ADAL" clId="{142FBF24-FA81-4AB4-AB0B-862216B20CE9}" dt="2026-09-09T20:54:33.739" v="1947" actId="20577"/>
          <ac:spMkLst>
            <pc:docMk/>
            <pc:sldMk cId="4156853726" sldId="257"/>
            <ac:spMk id="3" creationId="{9C208523-1723-CFDF-4A39-7A60A3F5EA46}"/>
          </ac:spMkLst>
        </pc:spChg>
        <pc:spChg chg="add del">
          <ac:chgData name="Shlok Chatterjee" userId="1a359f03-4381-4291-92f2-ec9e18b04f6e" providerId="ADAL" clId="{142FBF24-FA81-4AB4-AB0B-862216B20CE9}" dt="2026-09-09T20:08:40.835" v="1890" actId="22"/>
          <ac:spMkLst>
            <pc:docMk/>
            <pc:sldMk cId="4156853726" sldId="257"/>
            <ac:spMk id="5" creationId="{48636805-6C87-77C5-F0EA-1CC341920230}"/>
          </ac:spMkLst>
        </pc:spChg>
        <pc:spChg chg="add del mod">
          <ac:chgData name="Shlok Chatterjee" userId="1a359f03-4381-4291-92f2-ec9e18b04f6e" providerId="ADAL" clId="{142FBF24-FA81-4AB4-AB0B-862216B20CE9}" dt="2026-09-08T04:48:45.351" v="584" actId="478"/>
          <ac:spMkLst>
            <pc:docMk/>
            <pc:sldMk cId="4156853726" sldId="257"/>
            <ac:spMk id="5" creationId="{A0A5CE54-0EAB-AF9B-3859-CD262FCECCB2}"/>
          </ac:spMkLst>
        </pc:spChg>
        <pc:spChg chg="add del mod">
          <ac:chgData name="Shlok Chatterjee" userId="1a359f03-4381-4291-92f2-ec9e18b04f6e" providerId="ADAL" clId="{142FBF24-FA81-4AB4-AB0B-862216B20CE9}" dt="2026-09-08T04:46:03.244" v="482" actId="478"/>
          <ac:spMkLst>
            <pc:docMk/>
            <pc:sldMk cId="4156853726" sldId="257"/>
            <ac:spMk id="7" creationId="{210AB2E8-E6DD-2A84-B49F-6EA54C49C812}"/>
          </ac:spMkLst>
        </pc:spChg>
        <pc:spChg chg="add del">
          <ac:chgData name="Shlok Chatterjee" userId="1a359f03-4381-4291-92f2-ec9e18b04f6e" providerId="ADAL" clId="{142FBF24-FA81-4AB4-AB0B-862216B20CE9}" dt="2026-09-08T04:41:52.206" v="279" actId="478"/>
          <ac:spMkLst>
            <pc:docMk/>
            <pc:sldMk cId="4156853726" sldId="257"/>
            <ac:spMk id="9" creationId="{5FD9891E-D340-D203-BAF8-6C68DE4FFEB6}"/>
          </ac:spMkLst>
        </pc:spChg>
        <pc:spChg chg="add del mod">
          <ac:chgData name="Shlok Chatterjee" userId="1a359f03-4381-4291-92f2-ec9e18b04f6e" providerId="ADAL" clId="{142FBF24-FA81-4AB4-AB0B-862216B20CE9}" dt="2026-09-08T04:48:59.360" v="587" actId="478"/>
          <ac:spMkLst>
            <pc:docMk/>
            <pc:sldMk cId="4156853726" sldId="257"/>
            <ac:spMk id="11" creationId="{66A8D9D1-F6ED-3279-F8AC-A8B16506A262}"/>
          </ac:spMkLst>
        </pc:spChg>
        <pc:spChg chg="add mod">
          <ac:chgData name="Shlok Chatterjee" userId="1a359f03-4381-4291-92f2-ec9e18b04f6e" providerId="ADAL" clId="{142FBF24-FA81-4AB4-AB0B-862216B20CE9}" dt="2026-09-09T20:55:28.430" v="1960" actId="1076"/>
          <ac:spMkLst>
            <pc:docMk/>
            <pc:sldMk cId="4156853726" sldId="257"/>
            <ac:spMk id="12" creationId="{58BEEFEB-2E0C-0B94-3467-DCAC7A62AFD9}"/>
          </ac:spMkLst>
        </pc:spChg>
        <pc:spChg chg="del mod">
          <ac:chgData name="Shlok Chatterjee" userId="1a359f03-4381-4291-92f2-ec9e18b04f6e" providerId="ADAL" clId="{142FBF24-FA81-4AB4-AB0B-862216B20CE9}" dt="2026-09-08T04:00:42.012" v="156" actId="478"/>
          <ac:spMkLst>
            <pc:docMk/>
            <pc:sldMk cId="4156853726" sldId="257"/>
            <ac:spMk id="14" creationId="{725C659A-B147-B486-2758-35137ADE16B8}"/>
          </ac:spMkLst>
        </pc:spChg>
        <pc:spChg chg="add">
          <ac:chgData name="Shlok Chatterjee" userId="1a359f03-4381-4291-92f2-ec9e18b04f6e" providerId="ADAL" clId="{142FBF24-FA81-4AB4-AB0B-862216B20CE9}" dt="2026-09-08T04:49:30.595" v="592" actId="22"/>
          <ac:spMkLst>
            <pc:docMk/>
            <pc:sldMk cId="4156853726" sldId="257"/>
            <ac:spMk id="15" creationId="{1FE6A17F-36F0-1892-2426-5A131D4B9E1F}"/>
          </ac:spMkLst>
        </pc:spChg>
        <pc:spChg chg="del mod">
          <ac:chgData name="Shlok Chatterjee" userId="1a359f03-4381-4291-92f2-ec9e18b04f6e" providerId="ADAL" clId="{142FBF24-FA81-4AB4-AB0B-862216B20CE9}" dt="2026-09-08T04:00:40.777" v="155" actId="478"/>
          <ac:spMkLst>
            <pc:docMk/>
            <pc:sldMk cId="4156853726" sldId="257"/>
            <ac:spMk id="16" creationId="{C3A37F02-B455-52BE-F753-46EFAB643836}"/>
          </ac:spMkLst>
        </pc:spChg>
        <pc:spChg chg="add mod">
          <ac:chgData name="Shlok Chatterjee" userId="1a359f03-4381-4291-92f2-ec9e18b04f6e" providerId="ADAL" clId="{142FBF24-FA81-4AB4-AB0B-862216B20CE9}" dt="2026-09-08T04:54:51.667" v="995" actId="20577"/>
          <ac:spMkLst>
            <pc:docMk/>
            <pc:sldMk cId="4156853726" sldId="257"/>
            <ac:spMk id="17" creationId="{2683C9DC-B61A-5075-428D-D3B84625F76F}"/>
          </ac:spMkLst>
        </pc:spChg>
        <pc:spChg chg="del mod">
          <ac:chgData name="Shlok Chatterjee" userId="1a359f03-4381-4291-92f2-ec9e18b04f6e" providerId="ADAL" clId="{142FBF24-FA81-4AB4-AB0B-862216B20CE9}" dt="2026-09-08T04:00:36.606" v="153" actId="478"/>
          <ac:spMkLst>
            <pc:docMk/>
            <pc:sldMk cId="4156853726" sldId="257"/>
            <ac:spMk id="18" creationId="{FBAD3010-B4AC-7D38-179E-57570BDBCB4E}"/>
          </ac:spMkLst>
        </pc:spChg>
        <pc:spChg chg="add mod">
          <ac:chgData name="Shlok Chatterjee" userId="1a359f03-4381-4291-92f2-ec9e18b04f6e" providerId="ADAL" clId="{142FBF24-FA81-4AB4-AB0B-862216B20CE9}" dt="2026-09-08T05:09:49.995" v="1888" actId="1076"/>
          <ac:spMkLst>
            <pc:docMk/>
            <pc:sldMk cId="4156853726" sldId="257"/>
            <ac:spMk id="19" creationId="{95BD2730-6127-F849-A058-DB2EF121786F}"/>
          </ac:spMkLst>
        </pc:spChg>
        <pc:spChg chg="del mod">
          <ac:chgData name="Shlok Chatterjee" userId="1a359f03-4381-4291-92f2-ec9e18b04f6e" providerId="ADAL" clId="{142FBF24-FA81-4AB4-AB0B-862216B20CE9}" dt="2026-09-08T04:01:08.155" v="209" actId="478"/>
          <ac:spMkLst>
            <pc:docMk/>
            <pc:sldMk cId="4156853726" sldId="257"/>
            <ac:spMk id="20" creationId="{0F3C8524-F867-E3DD-F668-76FA147E320C}"/>
          </ac:spMkLst>
        </pc:spChg>
        <pc:spChg chg="add mod">
          <ac:chgData name="Shlok Chatterjee" userId="1a359f03-4381-4291-92f2-ec9e18b04f6e" providerId="ADAL" clId="{142FBF24-FA81-4AB4-AB0B-862216B20CE9}" dt="2026-09-09T20:55:20.401" v="1958" actId="1076"/>
          <ac:spMkLst>
            <pc:docMk/>
            <pc:sldMk cId="4156853726" sldId="257"/>
            <ac:spMk id="21" creationId="{E3798CB6-9381-6973-CE4E-2C0DD46D379F}"/>
          </ac:spMkLst>
        </pc:spChg>
        <pc:spChg chg="add mod">
          <ac:chgData name="Shlok Chatterjee" userId="1a359f03-4381-4291-92f2-ec9e18b04f6e" providerId="ADAL" clId="{142FBF24-FA81-4AB4-AB0B-862216B20CE9}" dt="2026-09-09T20:55:30.800" v="1961" actId="1076"/>
          <ac:spMkLst>
            <pc:docMk/>
            <pc:sldMk cId="4156853726" sldId="257"/>
            <ac:spMk id="23" creationId="{B090F8AF-A968-B816-5934-26C55CB2353A}"/>
          </ac:spMkLst>
        </pc:spChg>
        <pc:spChg chg="add del mod">
          <ac:chgData name="Shlok Chatterjee" userId="1a359f03-4381-4291-92f2-ec9e18b04f6e" providerId="ADAL" clId="{142FBF24-FA81-4AB4-AB0B-862216B20CE9}" dt="2026-09-08T04:00:49.977" v="159" actId="478"/>
          <ac:spMkLst>
            <pc:docMk/>
            <pc:sldMk cId="4156853726" sldId="257"/>
            <ac:spMk id="24" creationId="{A29F5B6E-A3D4-14AD-E701-E7275348B6DA}"/>
          </ac:spMkLst>
        </pc:spChg>
        <pc:spChg chg="add del mod">
          <ac:chgData name="Shlok Chatterjee" userId="1a359f03-4381-4291-92f2-ec9e18b04f6e" providerId="ADAL" clId="{142FBF24-FA81-4AB4-AB0B-862216B20CE9}" dt="2026-09-08T05:09:25.628" v="1881" actId="14100"/>
          <ac:spMkLst>
            <pc:docMk/>
            <pc:sldMk cId="4156853726" sldId="257"/>
            <ac:spMk id="26" creationId="{209BF7EC-A515-483E-57E5-84EADCCD410D}"/>
          </ac:spMkLst>
        </pc:spChg>
        <pc:spChg chg="del mod">
          <ac:chgData name="Shlok Chatterjee" userId="1a359f03-4381-4291-92f2-ec9e18b04f6e" providerId="ADAL" clId="{142FBF24-FA81-4AB4-AB0B-862216B20CE9}" dt="2026-09-08T04:01:09.542" v="210" actId="478"/>
          <ac:spMkLst>
            <pc:docMk/>
            <pc:sldMk cId="4156853726" sldId="257"/>
            <ac:spMk id="30" creationId="{2DD38E28-1020-2D5C-3C56-5212C61C6E6A}"/>
          </ac:spMkLst>
        </pc:spChg>
        <pc:spChg chg="add del mod">
          <ac:chgData name="Shlok Chatterjee" userId="1a359f03-4381-4291-92f2-ec9e18b04f6e" providerId="ADAL" clId="{142FBF24-FA81-4AB4-AB0B-862216B20CE9}" dt="2026-09-08T04:40:35.608" v="226" actId="478"/>
          <ac:spMkLst>
            <pc:docMk/>
            <pc:sldMk cId="4156853726" sldId="257"/>
            <ac:spMk id="37" creationId="{934180C8-6747-07C3-903C-95F3311C6C28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44" creationId="{0CD2083D-65F8-5559-9A98-AF630D3FDC24}"/>
          </ac:spMkLst>
        </pc:spChg>
        <pc:picChg chg="mod">
          <ac:chgData name="Shlok Chatterjee" userId="1a359f03-4381-4291-92f2-ec9e18b04f6e" providerId="ADAL" clId="{142FBF24-FA81-4AB4-AB0B-862216B20CE9}" dt="2026-09-08T04:41:08.768" v="230" actId="34135"/>
          <ac:picMkLst>
            <pc:docMk/>
            <pc:sldMk cId="4156853726" sldId="257"/>
            <ac:picMk id="10" creationId="{3A543B2A-3D9F-F44C-FFC6-65A61BC9F244}"/>
          </ac:picMkLst>
        </pc:picChg>
      </pc:sldChg>
      <pc:sldChg chg="addSp delSp modSp del mod">
        <pc:chgData name="Shlok Chatterjee" userId="1a359f03-4381-4291-92f2-ec9e18b04f6e" providerId="ADAL" clId="{142FBF24-FA81-4AB4-AB0B-862216B20CE9}" dt="2026-09-09T21:51:21.136" v="1981" actId="47"/>
        <pc:sldMkLst>
          <pc:docMk/>
          <pc:sldMk cId="2708800584" sldId="263"/>
        </pc:sldMkLst>
        <pc:spChg chg="add mod">
          <ac:chgData name="Shlok Chatterjee" userId="1a359f03-4381-4291-92f2-ec9e18b04f6e" providerId="ADAL" clId="{142FBF24-FA81-4AB4-AB0B-862216B20CE9}" dt="2026-09-09T21:51:07.541" v="1978" actId="20577"/>
          <ac:spMkLst>
            <pc:docMk/>
            <pc:sldMk cId="2708800584" sldId="263"/>
            <ac:spMk id="3" creationId="{B7C7E57F-4336-F8B8-EECB-2B86257A63DF}"/>
          </ac:spMkLst>
        </pc:spChg>
        <pc:spChg chg="mod">
          <ac:chgData name="Shlok Chatterjee" userId="1a359f03-4381-4291-92f2-ec9e18b04f6e" providerId="ADAL" clId="{142FBF24-FA81-4AB4-AB0B-862216B20CE9}" dt="2026-09-02T15:52:26.267" v="94"/>
          <ac:spMkLst>
            <pc:docMk/>
            <pc:sldMk cId="2708800584" sldId="263"/>
            <ac:spMk id="25" creationId="{18554CCB-55F5-4EE6-4A90-EBCA49EC8A81}"/>
          </ac:spMkLst>
        </pc:spChg>
        <pc:spChg chg="mod">
          <ac:chgData name="Shlok Chatterjee" userId="1a359f03-4381-4291-92f2-ec9e18b04f6e" providerId="ADAL" clId="{142FBF24-FA81-4AB4-AB0B-862216B20CE9}" dt="2026-09-02T15:53:14.543" v="95"/>
          <ac:spMkLst>
            <pc:docMk/>
            <pc:sldMk cId="2708800584" sldId="263"/>
            <ac:spMk id="36" creationId="{2F231CAF-1CE1-2096-4C10-22D3EAFBE893}"/>
          </ac:spMkLst>
        </pc:spChg>
        <pc:spChg chg="add mod">
          <ac:chgData name="Shlok Chatterjee" userId="1a359f03-4381-4291-92f2-ec9e18b04f6e" providerId="ADAL" clId="{142FBF24-FA81-4AB4-AB0B-862216B20CE9}" dt="2026-09-02T15:53:29.644" v="96"/>
          <ac:spMkLst>
            <pc:docMk/>
            <pc:sldMk cId="2708800584" sldId="263"/>
            <ac:spMk id="54" creationId="{EA7634C6-3AA6-769B-E0FB-5767B6A9D413}"/>
          </ac:spMkLst>
        </pc:spChg>
      </pc:sldChg>
      <pc:sldChg chg="addSp delSp modSp del mod">
        <pc:chgData name="Shlok Chatterjee" userId="1a359f03-4381-4291-92f2-ec9e18b04f6e" providerId="ADAL" clId="{142FBF24-FA81-4AB4-AB0B-862216B20CE9}" dt="2026-09-09T21:51:23.606" v="1982" actId="47"/>
        <pc:sldMkLst>
          <pc:docMk/>
          <pc:sldMk cId="3662557721" sldId="264"/>
        </pc:sldMkLst>
        <pc:spChg chg="add mod">
          <ac:chgData name="Shlok Chatterjee" userId="1a359f03-4381-4291-92f2-ec9e18b04f6e" providerId="ADAL" clId="{142FBF24-FA81-4AB4-AB0B-862216B20CE9}" dt="2026-09-09T21:51:10.782" v="1980" actId="20577"/>
          <ac:spMkLst>
            <pc:docMk/>
            <pc:sldMk cId="3662557721" sldId="264"/>
            <ac:spMk id="3" creationId="{68FF47A7-509C-C1B1-11B5-AF51BF0A0A37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10" creationId="{C94DEDC7-B486-DA29-961E-E3EFE3D4ED35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37" creationId="{C05DAD7E-17C8-A19E-1485-0EB8EAFE8BEF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39" creationId="{CDA38E58-4B8C-F29B-6BB4-878E3C9066AA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45" creationId="{0F692438-C20E-1132-FA56-D7C6526D219A}"/>
          </ac:spMkLst>
        </pc:spChg>
        <pc:spChg chg="mod">
          <ac:chgData name="Shlok Chatterjee" userId="1a359f03-4381-4291-92f2-ec9e18b04f6e" providerId="ADAL" clId="{142FBF24-FA81-4AB4-AB0B-862216B20CE9}" dt="2026-09-02T16:23:16.247" v="97"/>
          <ac:spMkLst>
            <pc:docMk/>
            <pc:sldMk cId="3662557721" sldId="264"/>
            <ac:spMk id="47" creationId="{4FF7BF0D-4114-A006-C26C-9883C0712F06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53" creationId="{76F0D2C6-98A1-6809-6D6E-F1252C46D6BF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55" creationId="{B756E7F4-B33D-E6D5-3C77-3799D80E7154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61" creationId="{457B5A98-21C2-1DC4-3C0E-A4086124D040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63" creationId="{4E870976-7AF7-3C13-A51E-892349FD3C5B}"/>
          </ac:spMkLst>
        </pc:spChg>
        <pc:picChg chg="add">
          <ac:chgData name="Shlok Chatterjee" userId="1a359f03-4381-4291-92f2-ec9e18b04f6e" providerId="ADAL" clId="{142FBF24-FA81-4AB4-AB0B-862216B20CE9}" dt="2026-09-02T15:38:01.278" v="57"/>
          <ac:picMkLst>
            <pc:docMk/>
            <pc:sldMk cId="3662557721" sldId="264"/>
            <ac:picMk id="75" creationId="{05E62ABC-67F8-1DBD-CB94-A495A7EF0673}"/>
          </ac:picMkLst>
        </pc:picChg>
      </pc:sldChg>
      <pc:sldChg chg="addSp modSp del">
        <pc:chgData name="Shlok Chatterjee" userId="1a359f03-4381-4291-92f2-ec9e18b04f6e" providerId="ADAL" clId="{142FBF24-FA81-4AB4-AB0B-862216B20CE9}" dt="2026-09-09T20:54:50.048" v="1956" actId="47"/>
        <pc:sldMkLst>
          <pc:docMk/>
          <pc:sldMk cId="4172427973" sldId="265"/>
        </pc:sldMkLst>
        <pc:spChg chg="add mod">
          <ac:chgData name="Shlok Chatterjee" userId="1a359f03-4381-4291-92f2-ec9e18b04f6e" providerId="ADAL" clId="{142FBF24-FA81-4AB4-AB0B-862216B20CE9}" dt="2026-09-02T16:40:57.704" v="98"/>
          <ac:spMkLst>
            <pc:docMk/>
            <pc:sldMk cId="4172427973" sldId="265"/>
            <ac:spMk id="8" creationId="{8B66E563-2C7D-62D3-1C8C-C434C1A97ED7}"/>
          </ac:spMkLst>
        </pc:spChg>
        <pc:spChg chg="add mod">
          <ac:chgData name="Shlok Chatterjee" userId="1a359f03-4381-4291-92f2-ec9e18b04f6e" providerId="ADAL" clId="{142FBF24-FA81-4AB4-AB0B-862216B20CE9}" dt="2026-09-02T16:41:10.586" v="99"/>
          <ac:spMkLst>
            <pc:docMk/>
            <pc:sldMk cId="4172427973" sldId="265"/>
            <ac:spMk id="9" creationId="{BE96E6FC-E5C9-3526-B643-E8F81383B28F}"/>
          </ac:spMkLst>
        </pc:spChg>
        <pc:spChg chg="add mod">
          <ac:chgData name="Shlok Chatterjee" userId="1a359f03-4381-4291-92f2-ec9e18b04f6e" providerId="ADAL" clId="{142FBF24-FA81-4AB4-AB0B-862216B20CE9}" dt="2026-09-02T16:41:21.411" v="100"/>
          <ac:spMkLst>
            <pc:docMk/>
            <pc:sldMk cId="4172427973" sldId="265"/>
            <ac:spMk id="10" creationId="{4C6B9BB7-CCBB-0220-E50A-AF2DD410A455}"/>
          </ac:spMkLst>
        </pc:spChg>
        <pc:spChg chg="add mod">
          <ac:chgData name="Shlok Chatterjee" userId="1a359f03-4381-4291-92f2-ec9e18b04f6e" providerId="ADAL" clId="{142FBF24-FA81-4AB4-AB0B-862216B20CE9}" dt="2026-09-02T16:41:25.059" v="101"/>
          <ac:spMkLst>
            <pc:docMk/>
            <pc:sldMk cId="4172427973" sldId="265"/>
            <ac:spMk id="11" creationId="{6FAC665E-ECCA-1FA9-C95E-D471D04D97E0}"/>
          </ac:spMkLst>
        </pc:spChg>
        <pc:spChg chg="add mod">
          <ac:chgData name="Shlok Chatterjee" userId="1a359f03-4381-4291-92f2-ec9e18b04f6e" providerId="ADAL" clId="{142FBF24-FA81-4AB4-AB0B-862216B20CE9}" dt="2026-09-02T16:42:25.334" v="102"/>
          <ac:spMkLst>
            <pc:docMk/>
            <pc:sldMk cId="4172427973" sldId="265"/>
            <ac:spMk id="12" creationId="{7AB2BBA2-8995-836F-785D-61FFD35C9782}"/>
          </ac:spMkLst>
        </pc:spChg>
        <pc:spChg chg="add mod">
          <ac:chgData name="Shlok Chatterjee" userId="1a359f03-4381-4291-92f2-ec9e18b04f6e" providerId="ADAL" clId="{142FBF24-FA81-4AB4-AB0B-862216B20CE9}" dt="2026-09-02T16:42:27.453" v="103"/>
          <ac:spMkLst>
            <pc:docMk/>
            <pc:sldMk cId="4172427973" sldId="265"/>
            <ac:spMk id="13" creationId="{0FF12569-3EAA-C211-A5FD-8A8BC35190E9}"/>
          </ac:spMkLst>
        </pc:spChg>
        <pc:spChg chg="add mod">
          <ac:chgData name="Shlok Chatterjee" userId="1a359f03-4381-4291-92f2-ec9e18b04f6e" providerId="ADAL" clId="{142FBF24-FA81-4AB4-AB0B-862216B20CE9}" dt="2026-09-02T16:42:36.357" v="104"/>
          <ac:spMkLst>
            <pc:docMk/>
            <pc:sldMk cId="4172427973" sldId="265"/>
            <ac:spMk id="15" creationId="{C9030CC2-D7C5-B07E-1A76-93E9362FDE78}"/>
          </ac:spMkLst>
        </pc:spChg>
        <pc:spChg chg="add mod">
          <ac:chgData name="Shlok Chatterjee" userId="1a359f03-4381-4291-92f2-ec9e18b04f6e" providerId="ADAL" clId="{142FBF24-FA81-4AB4-AB0B-862216B20CE9}" dt="2026-09-02T16:43:10.367" v="105"/>
          <ac:spMkLst>
            <pc:docMk/>
            <pc:sldMk cId="4172427973" sldId="265"/>
            <ac:spMk id="17" creationId="{6125A2DC-C591-1ED5-491C-3D9F0AE9F4F8}"/>
          </ac:spMkLst>
        </pc:spChg>
        <pc:spChg chg="add mod">
          <ac:chgData name="Shlok Chatterjee" userId="1a359f03-4381-4291-92f2-ec9e18b04f6e" providerId="ADAL" clId="{142FBF24-FA81-4AB4-AB0B-862216B20CE9}" dt="2026-09-02T16:45:35.650" v="107"/>
          <ac:spMkLst>
            <pc:docMk/>
            <pc:sldMk cId="4172427973" sldId="265"/>
            <ac:spMk id="21" creationId="{2AE8C090-700D-2F55-B3D2-8047F94E770B}"/>
          </ac:spMkLst>
        </pc:spChg>
        <pc:spChg chg="add mod">
          <ac:chgData name="Shlok Chatterjee" userId="1a359f03-4381-4291-92f2-ec9e18b04f6e" providerId="ADAL" clId="{142FBF24-FA81-4AB4-AB0B-862216B20CE9}" dt="2026-09-02T16:45:48.139" v="108"/>
          <ac:spMkLst>
            <pc:docMk/>
            <pc:sldMk cId="4172427973" sldId="265"/>
            <ac:spMk id="22" creationId="{F35731E2-57F2-576C-ACD2-8A9CD85E2427}"/>
          </ac:spMkLst>
        </pc:spChg>
        <pc:spChg chg="add mod">
          <ac:chgData name="Shlok Chatterjee" userId="1a359f03-4381-4291-92f2-ec9e18b04f6e" providerId="ADAL" clId="{142FBF24-FA81-4AB4-AB0B-862216B20CE9}" dt="2026-09-02T16:45:48.723" v="109"/>
          <ac:spMkLst>
            <pc:docMk/>
            <pc:sldMk cId="4172427973" sldId="265"/>
            <ac:spMk id="23" creationId="{93BAD4A0-B405-9F8C-19A2-5EA3E5E1EE68}"/>
          </ac:spMkLst>
        </pc:spChg>
        <pc:spChg chg="add mod">
          <ac:chgData name="Shlok Chatterjee" userId="1a359f03-4381-4291-92f2-ec9e18b04f6e" providerId="ADAL" clId="{142FBF24-FA81-4AB4-AB0B-862216B20CE9}" dt="2026-09-02T16:45:48.922" v="110"/>
          <ac:spMkLst>
            <pc:docMk/>
            <pc:sldMk cId="4172427973" sldId="265"/>
            <ac:spMk id="24" creationId="{53831F10-9457-8BE6-C7F0-17045D7A6889}"/>
          </ac:spMkLst>
        </pc:spChg>
        <pc:spChg chg="add mod">
          <ac:chgData name="Shlok Chatterjee" userId="1a359f03-4381-4291-92f2-ec9e18b04f6e" providerId="ADAL" clId="{142FBF24-FA81-4AB4-AB0B-862216B20CE9}" dt="2026-09-02T16:45:49.080" v="111"/>
          <ac:spMkLst>
            <pc:docMk/>
            <pc:sldMk cId="4172427973" sldId="265"/>
            <ac:spMk id="25" creationId="{AD79C6B0-4893-B9A3-5FF3-2D5705C4CA76}"/>
          </ac:spMkLst>
        </pc:spChg>
        <pc:spChg chg="add mod">
          <ac:chgData name="Shlok Chatterjee" userId="1a359f03-4381-4291-92f2-ec9e18b04f6e" providerId="ADAL" clId="{142FBF24-FA81-4AB4-AB0B-862216B20CE9}" dt="2026-09-02T16:45:49.252" v="112"/>
          <ac:spMkLst>
            <pc:docMk/>
            <pc:sldMk cId="4172427973" sldId="265"/>
            <ac:spMk id="26" creationId="{2B2C31D1-1E88-604B-0519-B3BB77574CC6}"/>
          </ac:spMkLst>
        </pc:spChg>
        <pc:spChg chg="add mod">
          <ac:chgData name="Shlok Chatterjee" userId="1a359f03-4381-4291-92f2-ec9e18b04f6e" providerId="ADAL" clId="{142FBF24-FA81-4AB4-AB0B-862216B20CE9}" dt="2026-09-02T16:45:49.393" v="113"/>
          <ac:spMkLst>
            <pc:docMk/>
            <pc:sldMk cId="4172427973" sldId="265"/>
            <ac:spMk id="27" creationId="{0B9B6D68-30BC-C06E-A398-EF56D3D7F984}"/>
          </ac:spMkLst>
        </pc:spChg>
        <pc:spChg chg="add mod">
          <ac:chgData name="Shlok Chatterjee" userId="1a359f03-4381-4291-92f2-ec9e18b04f6e" providerId="ADAL" clId="{142FBF24-FA81-4AB4-AB0B-862216B20CE9}" dt="2026-09-02T16:45:49.538" v="114"/>
          <ac:spMkLst>
            <pc:docMk/>
            <pc:sldMk cId="4172427973" sldId="265"/>
            <ac:spMk id="28" creationId="{0E6E5907-DA11-7DEE-D95E-1F00FB01D618}"/>
          </ac:spMkLst>
        </pc:spChg>
        <pc:spChg chg="add mod">
          <ac:chgData name="Shlok Chatterjee" userId="1a359f03-4381-4291-92f2-ec9e18b04f6e" providerId="ADAL" clId="{142FBF24-FA81-4AB4-AB0B-862216B20CE9}" dt="2026-09-02T16:45:49.681" v="115"/>
          <ac:spMkLst>
            <pc:docMk/>
            <pc:sldMk cId="4172427973" sldId="265"/>
            <ac:spMk id="29" creationId="{968F585F-5CEF-97EF-8E84-62DB07F0A9CF}"/>
          </ac:spMkLst>
        </pc:spChg>
        <pc:spChg chg="add mod">
          <ac:chgData name="Shlok Chatterjee" userId="1a359f03-4381-4291-92f2-ec9e18b04f6e" providerId="ADAL" clId="{142FBF24-FA81-4AB4-AB0B-862216B20CE9}" dt="2026-09-02T16:45:49.835" v="116"/>
          <ac:spMkLst>
            <pc:docMk/>
            <pc:sldMk cId="4172427973" sldId="265"/>
            <ac:spMk id="30" creationId="{D7205EC0-6586-6CBD-ABE5-EED2115FF986}"/>
          </ac:spMkLst>
        </pc:spChg>
        <pc:spChg chg="add mod">
          <ac:chgData name="Shlok Chatterjee" userId="1a359f03-4381-4291-92f2-ec9e18b04f6e" providerId="ADAL" clId="{142FBF24-FA81-4AB4-AB0B-862216B20CE9}" dt="2026-09-02T16:46:10.062" v="117"/>
          <ac:spMkLst>
            <pc:docMk/>
            <pc:sldMk cId="4172427973" sldId="265"/>
            <ac:spMk id="31" creationId="{9F2BE0E7-E281-28AB-5E32-CF10B483B436}"/>
          </ac:spMkLst>
        </pc:spChg>
        <pc:spChg chg="add mod">
          <ac:chgData name="Shlok Chatterjee" userId="1a359f03-4381-4291-92f2-ec9e18b04f6e" providerId="ADAL" clId="{142FBF24-FA81-4AB4-AB0B-862216B20CE9}" dt="2026-09-02T16:46:31.731" v="118"/>
          <ac:spMkLst>
            <pc:docMk/>
            <pc:sldMk cId="4172427973" sldId="265"/>
            <ac:spMk id="32" creationId="{C06CBADF-4363-D2DE-9456-9E262D5B6B1A}"/>
          </ac:spMkLst>
        </pc:spChg>
        <pc:spChg chg="add mod">
          <ac:chgData name="Shlok Chatterjee" userId="1a359f03-4381-4291-92f2-ec9e18b04f6e" providerId="ADAL" clId="{142FBF24-FA81-4AB4-AB0B-862216B20CE9}" dt="2026-09-02T16:46:45.323" v="119"/>
          <ac:spMkLst>
            <pc:docMk/>
            <pc:sldMk cId="4172427973" sldId="265"/>
            <ac:spMk id="33" creationId="{92B8411E-9286-E4B6-3509-CEA22074982F}"/>
          </ac:spMkLst>
        </pc:spChg>
        <pc:spChg chg="add mod">
          <ac:chgData name="Shlok Chatterjee" userId="1a359f03-4381-4291-92f2-ec9e18b04f6e" providerId="ADAL" clId="{142FBF24-FA81-4AB4-AB0B-862216B20CE9}" dt="2026-09-02T16:46:52.453" v="120"/>
          <ac:spMkLst>
            <pc:docMk/>
            <pc:sldMk cId="4172427973" sldId="265"/>
            <ac:spMk id="34" creationId="{B8D5E2A9-6375-37F5-45E5-86AC0E8354B9}"/>
          </ac:spMkLst>
        </pc:spChg>
      </pc:sldChg>
      <pc:sldChg chg="addSp modSp mod">
        <pc:chgData name="Shlok Chatterjee" userId="1a359f03-4381-4291-92f2-ec9e18b04f6e" providerId="ADAL" clId="{142FBF24-FA81-4AB4-AB0B-862216B20CE9}" dt="2026-09-09T20:09:34.237" v="1944" actId="1076"/>
        <pc:sldMkLst>
          <pc:docMk/>
          <pc:sldMk cId="2652251664" sldId="266"/>
        </pc:sldMkLst>
        <pc:spChg chg="mod">
          <ac:chgData name="Shlok Chatterjee" userId="1a359f03-4381-4291-92f2-ec9e18b04f6e" providerId="ADAL" clId="{142FBF24-FA81-4AB4-AB0B-862216B20CE9}" dt="2026-09-09T20:09:15.450" v="1907" actId="1076"/>
          <ac:spMkLst>
            <pc:docMk/>
            <pc:sldMk cId="2652251664" sldId="266"/>
            <ac:spMk id="5" creationId="{ECCC0483-732F-A53B-F14F-B15E503BF622}"/>
          </ac:spMkLst>
        </pc:spChg>
        <pc:spChg chg="add mod">
          <ac:chgData name="Shlok Chatterjee" userId="1a359f03-4381-4291-92f2-ec9e18b04f6e" providerId="ADAL" clId="{142FBF24-FA81-4AB4-AB0B-862216B20CE9}" dt="2026-09-09T20:09:34.237" v="1944" actId="1076"/>
          <ac:spMkLst>
            <pc:docMk/>
            <pc:sldMk cId="2652251664" sldId="266"/>
            <ac:spMk id="6" creationId="{A1513490-1961-E275-B6E0-74C6D26F5796}"/>
          </ac:spMkLst>
        </pc:spChg>
        <pc:picChg chg="mod">
          <ac:chgData name="Shlok Chatterjee" userId="1a359f03-4381-4291-92f2-ec9e18b04f6e" providerId="ADAL" clId="{142FBF24-FA81-4AB4-AB0B-862216B20CE9}" dt="2026-09-09T20:08:55.217" v="1893" actId="1076"/>
          <ac:picMkLst>
            <pc:docMk/>
            <pc:sldMk cId="2652251664" sldId="266"/>
            <ac:picMk id="3" creationId="{8BDE3EEA-BE61-7318-7DB7-CA7FB7DC85C8}"/>
          </ac:picMkLst>
        </pc:picChg>
        <pc:picChg chg="add mod">
          <ac:chgData name="Shlok Chatterjee" userId="1a359f03-4381-4291-92f2-ec9e18b04f6e" providerId="ADAL" clId="{142FBF24-FA81-4AB4-AB0B-862216B20CE9}" dt="2026-09-09T20:09:15.405" v="1905" actId="27614"/>
          <ac:picMkLst>
            <pc:docMk/>
            <pc:sldMk cId="2652251664" sldId="266"/>
            <ac:picMk id="4" creationId="{59B943B7-3EE3-06A2-6F92-27DD67D954C4}"/>
          </ac:picMkLst>
        </pc:picChg>
      </pc:sldChg>
      <pc:sldChg chg="addSp delSp modSp mod">
        <pc:chgData name="Shlok Chatterjee" userId="1a359f03-4381-4291-92f2-ec9e18b04f6e" providerId="ADAL" clId="{142FBF24-FA81-4AB4-AB0B-862216B20CE9}" dt="2026-09-09T21:50:38.453" v="1968" actId="20577"/>
        <pc:sldMkLst>
          <pc:docMk/>
          <pc:sldMk cId="1964941634" sldId="268"/>
        </pc:sldMkLst>
        <pc:spChg chg="del mod">
          <ac:chgData name="Shlok Chatterjee" userId="1a359f03-4381-4291-92f2-ec9e18b04f6e" providerId="ADAL" clId="{142FBF24-FA81-4AB4-AB0B-862216B20CE9}" dt="2026-09-09T21:50:35.987" v="1965" actId="478"/>
          <ac:spMkLst>
            <pc:docMk/>
            <pc:sldMk cId="1964941634" sldId="268"/>
            <ac:spMk id="3" creationId="{82E03B7A-63C8-69BC-338D-1FE5C5475C17}"/>
          </ac:spMkLst>
        </pc:spChg>
        <pc:spChg chg="add mod">
          <ac:chgData name="Shlok Chatterjee" userId="1a359f03-4381-4291-92f2-ec9e18b04f6e" providerId="ADAL" clId="{142FBF24-FA81-4AB4-AB0B-862216B20CE9}" dt="2026-09-09T21:50:38.453" v="1968" actId="20577"/>
          <ac:spMkLst>
            <pc:docMk/>
            <pc:sldMk cId="1964941634" sldId="268"/>
            <ac:spMk id="5" creationId="{5513A9E2-E836-F111-BD72-D03E975C942F}"/>
          </ac:spMkLst>
        </pc:spChg>
      </pc:sldChg>
      <pc:sldChg chg="modSp">
        <pc:chgData name="Shlok Chatterjee" userId="1a359f03-4381-4291-92f2-ec9e18b04f6e" providerId="ADAL" clId="{142FBF24-FA81-4AB4-AB0B-862216B20CE9}" dt="2026-09-09T21:50:50.600" v="1970" actId="20577"/>
        <pc:sldMkLst>
          <pc:docMk/>
          <pc:sldMk cId="1815452298" sldId="269"/>
        </pc:sldMkLst>
        <pc:spChg chg="mod">
          <ac:chgData name="Shlok Chatterjee" userId="1a359f03-4381-4291-92f2-ec9e18b04f6e" providerId="ADAL" clId="{142FBF24-FA81-4AB4-AB0B-862216B20CE9}" dt="2026-09-09T21:50:50.600" v="1970" actId="20577"/>
          <ac:spMkLst>
            <pc:docMk/>
            <pc:sldMk cId="1815452298" sldId="269"/>
            <ac:spMk id="30" creationId="{ED325C7F-4776-E302-9979-6BA2251B4FA0}"/>
          </ac:spMkLst>
        </pc:spChg>
      </pc:sldChg>
      <pc:sldChg chg="modSp">
        <pc:chgData name="Shlok Chatterjee" userId="1a359f03-4381-4291-92f2-ec9e18b04f6e" providerId="ADAL" clId="{142FBF24-FA81-4AB4-AB0B-862216B20CE9}" dt="2026-09-09T21:50:54.335" v="1972" actId="20577"/>
        <pc:sldMkLst>
          <pc:docMk/>
          <pc:sldMk cId="2587856696" sldId="270"/>
        </pc:sldMkLst>
        <pc:spChg chg="mod">
          <ac:chgData name="Shlok Chatterjee" userId="1a359f03-4381-4291-92f2-ec9e18b04f6e" providerId="ADAL" clId="{142FBF24-FA81-4AB4-AB0B-862216B20CE9}" dt="2026-09-09T21:50:54.335" v="1972" actId="20577"/>
          <ac:spMkLst>
            <pc:docMk/>
            <pc:sldMk cId="2587856696" sldId="270"/>
            <ac:spMk id="30" creationId="{0628A50F-188C-DB8C-8AD9-159FAF06FE87}"/>
          </ac:spMkLst>
        </pc:spChg>
      </pc:sldChg>
      <pc:sldChg chg="modSp">
        <pc:chgData name="Shlok Chatterjee" userId="1a359f03-4381-4291-92f2-ec9e18b04f6e" providerId="ADAL" clId="{142FBF24-FA81-4AB4-AB0B-862216B20CE9}" dt="2026-09-09T21:50:59.125" v="1974" actId="20577"/>
        <pc:sldMkLst>
          <pc:docMk/>
          <pc:sldMk cId="2081136275" sldId="271"/>
        </pc:sldMkLst>
        <pc:spChg chg="mod">
          <ac:chgData name="Shlok Chatterjee" userId="1a359f03-4381-4291-92f2-ec9e18b04f6e" providerId="ADAL" clId="{142FBF24-FA81-4AB4-AB0B-862216B20CE9}" dt="2026-09-09T21:50:59.125" v="1974" actId="20577"/>
          <ac:spMkLst>
            <pc:docMk/>
            <pc:sldMk cId="2081136275" sldId="271"/>
            <ac:spMk id="30" creationId="{A615573A-48D7-C3F9-4C41-3543B7D8879C}"/>
          </ac:spMkLst>
        </pc:spChg>
      </pc:sldChg>
      <pc:sldMasterChg chg="setBg modSldLayout">
        <pc:chgData name="Shlok Chatterjee" userId="1a359f03-4381-4291-92f2-ec9e18b04f6e" providerId="ADAL" clId="{142FBF24-FA81-4AB4-AB0B-862216B20CE9}" dt="2026-09-01T18:16:29.123" v="2"/>
        <pc:sldMasterMkLst>
          <pc:docMk/>
          <pc:sldMasterMk cId="4001907872" sldId="2147483648"/>
        </pc:sldMasterMkLst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723180890" sldId="2147483649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826809328" sldId="2147483650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463548677" sldId="2147483651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23646467" sldId="2147483652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26314443" sldId="2147483653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62112105" sldId="2147483654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861841181" sldId="2147483655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684363774" sldId="2147483656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892894297" sldId="2147483657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681986320" sldId="2147483658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Shlok Chatterjee" userId="S::szc0292@auburn.edu::1a359f03-4381-4291-92f2-ec9e18b04f6e" providerId="AD" clId="Web-{0F1ABDF3-8137-EB9C-3C82-C165DDB3A962}"/>
    <pc:docChg chg="modSld">
      <pc:chgData name="Shlok Chatterjee" userId="S::szc0292@auburn.edu::1a359f03-4381-4291-92f2-ec9e18b04f6e" providerId="AD" clId="Web-{0F1ABDF3-8137-EB9C-3C82-C165DDB3A962}" dt="2026-09-07T20:43:02.390" v="8"/>
      <pc:docMkLst>
        <pc:docMk/>
      </pc:docMkLst>
      <pc:sldChg chg="addSp delSp modSp">
        <pc:chgData name="Shlok Chatterjee" userId="S::szc0292@auburn.edu::1a359f03-4381-4291-92f2-ec9e18b04f6e" providerId="AD" clId="Web-{0F1ABDF3-8137-EB9C-3C82-C165DDB3A962}" dt="2026-09-07T20:43:02.390" v="8"/>
        <pc:sldMkLst>
          <pc:docMk/>
          <pc:sldMk cId="2708800584" sldId="263"/>
        </pc:sldMkLst>
        <pc:spChg chg="del mod ord">
          <ac:chgData name="Shlok Chatterjee" userId="S::szc0292@auburn.edu::1a359f03-4381-4291-92f2-ec9e18b04f6e" providerId="AD" clId="Web-{0F1ABDF3-8137-EB9C-3C82-C165DDB3A962}" dt="2026-09-07T20:42:55.108" v="7"/>
          <ac:spMkLst>
            <pc:docMk/>
            <pc:sldMk cId="2708800584" sldId="263"/>
            <ac:spMk id="3" creationId="{0A0040A0-BAE2-DBAD-83F2-02CCC207C506}"/>
          </ac:spMkLst>
        </pc:spChg>
        <pc:spChg chg="add">
          <ac:chgData name="Shlok Chatterjee" userId="S::szc0292@auburn.edu::1a359f03-4381-4291-92f2-ec9e18b04f6e" providerId="AD" clId="Web-{0F1ABDF3-8137-EB9C-3C82-C165DDB3A962}" dt="2026-09-07T20:43:02.390" v="8"/>
          <ac:spMkLst>
            <pc:docMk/>
            <pc:sldMk cId="2708800584" sldId="263"/>
            <ac:spMk id="4" creationId="{C53268C9-1E19-AD7B-7808-A5A98DBF36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AD96B-5532-4DCF-80BB-267C63B6CC8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51D3-8DAA-4DEC-BFCD-6DF307F2B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0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5014-7206-7792-B126-DBAC3CB28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F2574-A552-342B-09EF-009AFFE5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472BC-5910-3BE3-9B0E-F81D2F1F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ECB9-0932-AE96-C043-BBC38E98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1C3E-FFEE-1ECA-EE3B-F77FA6C9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8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C1A-65E9-1214-FE2F-CA4F203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EF6B-1F06-3928-301A-89FDB8FF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D423-86B5-F35B-BD67-6E18B47B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E16A-9A2C-13AB-6427-AB6F3276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C005-EFD5-D895-3A5C-454CAADA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0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BCB3-0D94-C299-847F-F9BB2EFE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58E5-DF0D-BAE6-BF3B-0ECF3820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8C64E-B42D-D128-47D9-AE4DB073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B6B7F-2CF5-413F-D44A-9CBB5B31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F143-BD18-D8B7-CF8C-EF04E8D3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39DA-235E-5A26-3E90-370F650E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A90C-1AD9-0C1F-CAA9-68ABAEC1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59D4-C85D-4A31-5ECC-9B9B6813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56FA-5FE2-2F4C-388E-D203C6DB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1B05-F295-4673-1AFF-C7B417D8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3ECC-DD9B-7378-A024-6CA83F02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4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06E-14A4-6BC4-6BDF-E4F9CF05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9C1D1-44FE-B9F6-D1EB-11C423357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7CC7D-BB1F-8660-9A4D-FB6B04E8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809C0-554C-BE75-E9A2-27ED39C9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672F5-0ABD-341F-13A4-F95B9B7A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69D3A-79F1-724B-FCEB-AAC65661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9B6DA-AC4B-1B36-B9CF-E3C8B1D8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63521-905B-A3A0-F877-B226CA6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1F77-65E2-E223-51AE-59212C0C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918BB-2E05-DBB9-C05C-82B5774C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57A19-5800-61F6-7E61-6CDFF65E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759D4-FBAA-8CE6-324E-30D22894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1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3A40E-6F02-18F3-06EA-5F56DAD9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00F36-ECF3-266F-86F6-D90F8F51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B2B2-C1AE-FEC1-564A-DAF3E1B1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2218-4C31-AF54-D174-9B696F54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CF2EF-336B-689E-14BF-F2A1CC53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20BF9-DE7E-C1E5-6DFB-9E80ED6AB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0F691-FD71-C1D7-CD99-2D81B7D7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BBB7A-9446-9E71-EB8A-2778FD88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4BC0-87B5-E681-FD78-FEECADDE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6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7A93-891D-1045-7F6A-AB6F7901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FC940-6CC4-00E0-C10A-FF27D56B3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8C5A6-6DE0-BE4C-A8F9-4DC8A2D7B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7474-1ED5-E36C-CA77-DA5FA5B2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5110C-F340-A687-E482-60BDC2E8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D3A3C-306F-D36B-2788-0D6FBBB6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9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5A88-B5E7-0F44-F724-6F6DF2E5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2AFDF-72F8-537B-86D4-FA1B1F99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88DA-9188-EFAA-3B16-E8F767B3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811B-482E-B619-61F6-13A9B720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FA59-83E9-49BC-E95C-B0059601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8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C0516-085F-E3C2-8941-5CD7215DB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ED8CB-EC4E-C007-54CF-D96DEA9BD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EA22F-C19F-9EBD-239B-CAF6285C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FC5C-24EE-5CBB-4182-30CAD498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174B-7E3F-0705-01BC-ECC6F449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5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CE9BD-66A4-D35F-3ABD-1D470DF6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C2889-F09F-2E36-8BF8-26F192F2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72166-09A6-AC97-9453-5A85FB432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98321-D830-619C-EF77-E2E1EB6B9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AFD9-72AF-2301-4DBD-ACB97D842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0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715E07-493E-9B05-C5E0-589925A61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02" b="358"/>
          <a:stretch>
            <a:fillRect/>
          </a:stretch>
        </p:blipFill>
        <p:spPr>
          <a:xfrm>
            <a:off x="2118702" y="1569427"/>
            <a:ext cx="2448192" cy="2733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9FF85-0124-FED5-7DC2-ADC836D2BDAE}"/>
              </a:ext>
            </a:extLst>
          </p:cNvPr>
          <p:cNvSpPr txBox="1"/>
          <p:nvPr/>
        </p:nvSpPr>
        <p:spPr>
          <a:xfrm>
            <a:off x="4566894" y="2000701"/>
            <a:ext cx="5814484" cy="143116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uantum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0C4A9-7382-F449-CDBA-FBFF9AD6DD21}"/>
              </a:ext>
            </a:extLst>
          </p:cNvPr>
          <p:cNvSpPr txBox="1"/>
          <p:nvPr/>
        </p:nvSpPr>
        <p:spPr>
          <a:xfrm>
            <a:off x="4566894" y="3069515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Society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5DC7F-C43A-D1FC-6487-96E184E1B014}"/>
              </a:ext>
            </a:extLst>
          </p:cNvPr>
          <p:cNvSpPr txBox="1"/>
          <p:nvPr/>
        </p:nvSpPr>
        <p:spPr>
          <a:xfrm>
            <a:off x="4566894" y="3871912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at Auburn</a:t>
            </a:r>
          </a:p>
        </p:txBody>
      </p:sp>
    </p:spTree>
    <p:extLst>
      <p:ext uri="{BB962C8B-B14F-4D97-AF65-F5344CB8AC3E}">
        <p14:creationId xmlns:p14="http://schemas.microsoft.com/office/powerpoint/2010/main" val="15051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294F-57A8-8DBE-EA7C-92085ADC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ciety&#10;&#10;AI-generated content may be incorrect.">
            <a:extLst>
              <a:ext uri="{FF2B5EF4-FFF2-40B4-BE49-F238E27FC236}">
                <a16:creationId xmlns:a16="http://schemas.microsoft.com/office/drawing/2014/main" id="{8BDE3EEA-BE61-7318-7DB7-CA7FB7DC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86" y="2310457"/>
            <a:ext cx="2683399" cy="2672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CC0483-732F-A53B-F14F-B15E503BF622}"/>
              </a:ext>
            </a:extLst>
          </p:cNvPr>
          <p:cNvSpPr txBox="1"/>
          <p:nvPr/>
        </p:nvSpPr>
        <p:spPr>
          <a:xfrm>
            <a:off x="1004246" y="641346"/>
            <a:ext cx="4109277" cy="12772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Join the GroupMe!</a:t>
            </a:r>
          </a:p>
        </p:txBody>
      </p:sp>
      <p:pic>
        <p:nvPicPr>
          <p:cNvPr id="4" name="Picture 3" descr="The image depicts a QR code with a black background, a white square pattern, and a clear, distinct grid of black lines forming a square pattern.&#10;&#10;AI-generated content may be incorrect.">
            <a:extLst>
              <a:ext uri="{FF2B5EF4-FFF2-40B4-BE49-F238E27FC236}">
                <a16:creationId xmlns:a16="http://schemas.microsoft.com/office/drawing/2014/main" id="{59B943B7-3EE3-06A2-6F92-27DD67D9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17" y="2351283"/>
            <a:ext cx="2490123" cy="2467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513490-1961-E275-B6E0-74C6D26F5796}"/>
              </a:ext>
            </a:extLst>
          </p:cNvPr>
          <p:cNvSpPr txBox="1"/>
          <p:nvPr/>
        </p:nvSpPr>
        <p:spPr>
          <a:xfrm>
            <a:off x="6662058" y="641345"/>
            <a:ext cx="4574680" cy="12772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Fill out the interest form!</a:t>
            </a:r>
          </a:p>
        </p:txBody>
      </p:sp>
    </p:spTree>
    <p:extLst>
      <p:ext uri="{BB962C8B-B14F-4D97-AF65-F5344CB8AC3E}">
        <p14:creationId xmlns:p14="http://schemas.microsoft.com/office/powerpoint/2010/main" val="265225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82C8-C864-69F5-7D7B-06300EE3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AAC743A-9878-E195-4515-3F722781D0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943C6B22-8F12-BAB0-428C-D3A6C68E4FA0}"/>
              </a:ext>
            </a:extLst>
          </p:cNvPr>
          <p:cNvSpPr/>
          <p:nvPr/>
        </p:nvSpPr>
        <p:spPr>
          <a:xfrm>
            <a:off x="318145" y="901651"/>
            <a:ext cx="3825743" cy="8103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>
                <a:solidFill>
                  <a:srgbClr val="9184D9"/>
                </a:solidFill>
                <a:latin typeface="+mj-lt"/>
                <a:ea typeface="Inter"/>
              </a:rPr>
              <a:t>Quantum Circuits</a:t>
            </a:r>
            <a:endParaRPr lang="en-US" sz="3600">
              <a:solidFill>
                <a:srgbClr val="000000"/>
              </a:solidFill>
              <a:latin typeface="Aptos" panose="02110004020202020204"/>
              <a:ea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AF68D-35A1-2E50-84D1-8A85F1CB3235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6423A-F66A-0FF7-6EA5-9CFD08DA9132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6423A-F66A-0FF7-6EA5-9CFD08DA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CB48BAED-C939-8436-CA02-A2DC35DA0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2704" y="365327"/>
            <a:ext cx="6911569" cy="24092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5EE242F-F90F-36FA-3E32-8103671447FB}"/>
              </a:ext>
            </a:extLst>
          </p:cNvPr>
          <p:cNvSpPr/>
          <p:nvPr/>
        </p:nvSpPr>
        <p:spPr>
          <a:xfrm>
            <a:off x="4913049" y="2933316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Qubits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4F7502A2-2625-C122-FC6F-58ACEA0552E8}"/>
              </a:ext>
            </a:extLst>
          </p:cNvPr>
          <p:cNvSpPr/>
          <p:nvPr/>
        </p:nvSpPr>
        <p:spPr>
          <a:xfrm>
            <a:off x="7463857" y="2933315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Gates</a:t>
            </a:r>
          </a:p>
        </p:txBody>
      </p:sp>
      <p:sp>
        <p:nvSpPr>
          <p:cNvPr id="18" name="Oval 7">
            <a:extLst>
              <a:ext uri="{FF2B5EF4-FFF2-40B4-BE49-F238E27FC236}">
                <a16:creationId xmlns:a16="http://schemas.microsoft.com/office/drawing/2014/main" id="{A7DF0652-EE75-72CB-35FA-30FC14444D40}"/>
              </a:ext>
            </a:extLst>
          </p:cNvPr>
          <p:cNvSpPr/>
          <p:nvPr/>
        </p:nvSpPr>
        <p:spPr>
          <a:xfrm>
            <a:off x="6296538" y="3457528"/>
            <a:ext cx="1804507" cy="158251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endParaRPr lang="en-US" sz="1700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E3024E7C-2792-7995-7BAA-04E1B274BEE6}"/>
              </a:ext>
            </a:extLst>
          </p:cNvPr>
          <p:cNvSpPr/>
          <p:nvPr/>
        </p:nvSpPr>
        <p:spPr>
          <a:xfrm>
            <a:off x="8831133" y="3457527"/>
            <a:ext cx="1804507" cy="158251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endParaRPr lang="en-US" sz="170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AFE1827B-F2CE-79CA-C604-89780D0A1EFF}"/>
              </a:ext>
            </a:extLst>
          </p:cNvPr>
          <p:cNvSpPr/>
          <p:nvPr/>
        </p:nvSpPr>
        <p:spPr>
          <a:xfrm>
            <a:off x="10020069" y="2933314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Measurements</a:t>
            </a:r>
            <a:endParaRPr lang="en-US"/>
          </a:p>
        </p:txBody>
      </p:sp>
      <p:sp>
        <p:nvSpPr>
          <p:cNvPr id="22" name="Oval 7">
            <a:extLst>
              <a:ext uri="{FF2B5EF4-FFF2-40B4-BE49-F238E27FC236}">
                <a16:creationId xmlns:a16="http://schemas.microsoft.com/office/drawing/2014/main" id="{C7584CC6-0DDC-2733-A31E-FC25A226BFAE}"/>
              </a:ext>
            </a:extLst>
          </p:cNvPr>
          <p:cNvSpPr/>
          <p:nvPr/>
        </p:nvSpPr>
        <p:spPr>
          <a:xfrm>
            <a:off x="4913048" y="4219529"/>
            <a:ext cx="1804507" cy="1428250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Basic elements </a:t>
            </a:r>
          </a:p>
          <a:p>
            <a:pPr algn="ctr"/>
            <a:r>
              <a:rPr lang="en-US" sz="1700"/>
              <a:t>of Quantum</a:t>
            </a:r>
          </a:p>
          <a:p>
            <a:pPr algn="ctr"/>
            <a:r>
              <a:rPr lang="en-US" sz="1700"/>
              <a:t>Computing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B5E8FF-AA0B-214E-0F1B-C39CD73FB8DE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Oval 7">
            <a:extLst>
              <a:ext uri="{FF2B5EF4-FFF2-40B4-BE49-F238E27FC236}">
                <a16:creationId xmlns:a16="http://schemas.microsoft.com/office/drawing/2014/main" id="{A07C0799-A8B6-0FA9-64A9-E900FCDC1E40}"/>
              </a:ext>
            </a:extLst>
          </p:cNvPr>
          <p:cNvSpPr/>
          <p:nvPr/>
        </p:nvSpPr>
        <p:spPr>
          <a:xfrm>
            <a:off x="7463856" y="4219529"/>
            <a:ext cx="1804507" cy="1428250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Operators that </a:t>
            </a:r>
          </a:p>
          <a:p>
            <a:pPr algn="ctr"/>
            <a:r>
              <a:rPr lang="en-US" sz="1700"/>
              <a:t>manipulate </a:t>
            </a:r>
          </a:p>
          <a:p>
            <a:pPr algn="ctr"/>
            <a:r>
              <a:rPr lang="en-US" sz="1700"/>
              <a:t>Qubits</a:t>
            </a:r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DA3D3B6A-E699-D57B-AAB5-F01AE8F10604}"/>
              </a:ext>
            </a:extLst>
          </p:cNvPr>
          <p:cNvSpPr/>
          <p:nvPr/>
        </p:nvSpPr>
        <p:spPr>
          <a:xfrm>
            <a:off x="10020068" y="4219528"/>
            <a:ext cx="1804507" cy="1428250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Operators that</a:t>
            </a:r>
          </a:p>
          <a:p>
            <a:pPr algn="ctr"/>
            <a:r>
              <a:rPr lang="en-US" sz="1700"/>
              <a:t>Read information</a:t>
            </a:r>
          </a:p>
          <a:p>
            <a:pPr algn="ctr"/>
            <a:r>
              <a:rPr lang="en-US" sz="1700"/>
              <a:t>From Qubits</a:t>
            </a: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FC2E32C6-5624-C209-A931-1F9FA26F67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9AC3B375-AD36-BE48-0014-0FA72866A895}"/>
              </a:ext>
            </a:extLst>
          </p:cNvPr>
          <p:cNvSpPr/>
          <p:nvPr/>
        </p:nvSpPr>
        <p:spPr>
          <a:xfrm>
            <a:off x="453957" y="1929270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Quantum Circuits are at the heart of Quantum Computing just as Classical Circuits are at the heart of Classical Computing.</a:t>
            </a:r>
            <a:endParaRPr lang="en-US"/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Circuits are comprised of 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Quantum Gates 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acting on</a:t>
            </a:r>
            <a:r>
              <a:rPr lang="en-US" sz="1500">
                <a:solidFill>
                  <a:schemeClr val="bg1"/>
                </a:solidFill>
                <a:latin typeface="+mj-lt"/>
                <a:ea typeface="Inter"/>
              </a:rPr>
              <a:t> 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Qubits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. The quantum gates manipulate the information held by the qubit to perform computations. </a:t>
            </a:r>
            <a:endParaRPr lang="en-US" sz="1500">
              <a:solidFill>
                <a:srgbClr val="FFFFFF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After this 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Measurement Operators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 are applied to read the information from the qubit.</a:t>
            </a:r>
            <a:endParaRPr lang="en-US" sz="1500">
              <a:solidFill>
                <a:schemeClr val="bg1"/>
              </a:solidFill>
              <a:latin typeface="+mj-lt"/>
              <a:ea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DB0D10-E1E0-D08C-546B-38D6435C9D26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DB0D10-E1E0-D08C-546B-38D6435C9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20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0530-EBA8-15EC-B859-D1104FE8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183971F-BBD9-9682-C00F-B4BE4B3727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6F74A748-76EE-76F4-F4F2-EF910F3623A1}"/>
              </a:ext>
            </a:extLst>
          </p:cNvPr>
          <p:cNvSpPr/>
          <p:nvPr/>
        </p:nvSpPr>
        <p:spPr>
          <a:xfrm>
            <a:off x="10002571" y="166673"/>
            <a:ext cx="2161233" cy="8103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2000" kern="0" spc="96">
                <a:solidFill>
                  <a:srgbClr val="9184D9"/>
                </a:solidFill>
                <a:latin typeface="+mj-lt"/>
                <a:ea typeface="Inter" pitchFamily="34" charset="-122"/>
                <a:cs typeface="Inter" pitchFamily="34" charset="-120"/>
              </a:rPr>
              <a:t>Math review + Dirac Notation</a:t>
            </a:r>
            <a:endParaRPr lang="en-US" sz="2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F6B006-44EE-0A96-AAEC-82803F5188CD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9179BE1F-EE48-9E48-1ED2-38D7F7D9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12BBE-7458-0EB9-03DF-4A68EEBB6F45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6491C48-4D77-046A-419D-8F14A0F5C052}"/>
              </a:ext>
            </a:extLst>
          </p:cNvPr>
          <p:cNvSpPr/>
          <p:nvPr/>
        </p:nvSpPr>
        <p:spPr>
          <a:xfrm>
            <a:off x="488858" y="975316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>
                <a:solidFill>
                  <a:schemeClr val="bg1"/>
                </a:solidFill>
                <a:latin typeface="Aptos"/>
                <a:ea typeface="Inter"/>
                <a:cs typeface="+mn-lt"/>
              </a:rPr>
              <a:t>A </a:t>
            </a:r>
            <a:r>
              <a:rPr lang="en-US">
                <a:solidFill>
                  <a:srgbClr val="9184D9"/>
                </a:solidFill>
                <a:latin typeface="Aptos Display"/>
                <a:ea typeface="Inter"/>
                <a:cs typeface="+mn-lt"/>
              </a:rPr>
              <a:t>Ket Vector </a:t>
            </a:r>
            <a:r>
              <a:rPr lang="en-US">
                <a:solidFill>
                  <a:schemeClr val="bg1"/>
                </a:solidFill>
                <a:latin typeface="Aptos"/>
                <a:ea typeface="Inter"/>
                <a:cs typeface="+mn-lt"/>
              </a:rPr>
              <a:t>is of the form: </a:t>
            </a:r>
            <a:r>
              <a:rPr lang="en-US">
                <a:solidFill>
                  <a:schemeClr val="bg1"/>
                </a:solidFill>
                <a:ea typeface="Inter"/>
                <a:cs typeface="+mn-lt"/>
              </a:rPr>
              <a:t>|</a:t>
            </a:r>
            <a:r>
              <a:rPr lang="en-US" i="1">
                <a:solidFill>
                  <a:schemeClr val="bg1"/>
                </a:solidFill>
                <a:ea typeface="+mn-lt"/>
                <a:cs typeface="+mn-lt"/>
              </a:rPr>
              <a:t>ψ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⟩ </a:t>
            </a:r>
            <a:endParaRPr lang="en-US">
              <a:solidFill>
                <a:schemeClr val="bg1"/>
              </a:solidFill>
              <a:ea typeface="Inter"/>
              <a:cs typeface="+mn-lt"/>
            </a:endParaRP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Physically a Ket Vector denotes a quantum state, but mathematically it denotes a vector in a Vector Space.</a:t>
            </a:r>
            <a:endParaRPr lang="en-US" sz="1500">
              <a:solidFill>
                <a:schemeClr val="bg1"/>
              </a:solidFill>
              <a:latin typeface="Aptos"/>
              <a:ea typeface="Inter"/>
            </a:endParaRPr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chemeClr val="bg1"/>
              </a:solidFill>
              <a:latin typeface="Aptos"/>
              <a:ea typeface="Inter"/>
            </a:endParaRPr>
          </a:p>
          <a:p>
            <a:pPr defTabSz="609630"/>
            <a:r>
              <a:rPr lang="en-US">
                <a:solidFill>
                  <a:schemeClr val="bg1"/>
                </a:solidFill>
                <a:latin typeface="Aptos"/>
                <a:ea typeface="Inter"/>
              </a:rPr>
              <a:t>A </a:t>
            </a:r>
            <a:r>
              <a:rPr lang="en-US">
                <a:solidFill>
                  <a:srgbClr val="9184D9"/>
                </a:solidFill>
                <a:latin typeface="Aptos Display"/>
                <a:ea typeface="Inter"/>
              </a:rPr>
              <a:t>Bra Vector </a:t>
            </a:r>
            <a:r>
              <a:rPr lang="en-US">
                <a:solidFill>
                  <a:schemeClr val="bg1"/>
                </a:solidFill>
                <a:latin typeface="Aptos"/>
                <a:ea typeface="Inter"/>
              </a:rPr>
              <a:t>is of the form: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⟨</a:t>
            </a:r>
            <a:r>
              <a:rPr lang="en-US" i="1">
                <a:solidFill>
                  <a:schemeClr val="bg1"/>
                </a:solidFill>
                <a:ea typeface="+mn-lt"/>
                <a:cs typeface="+mn-lt"/>
              </a:rPr>
              <a:t>ψ|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defTabSz="609630"/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Mathematically Bra vectors are used as maps that send Ket vectors to a Complex number.</a:t>
            </a:r>
          </a:p>
          <a:p>
            <a:pPr defTabSz="609630"/>
            <a:endParaRPr lang="en-US" sz="1500">
              <a:solidFill>
                <a:schemeClr val="bg1"/>
              </a:solidFill>
              <a:latin typeface="Aptos"/>
              <a:ea typeface="Inter"/>
            </a:endParaRPr>
          </a:p>
          <a:p>
            <a:pPr defTabSz="609630"/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Each Bra vector corresponds to a Ket Vector</a:t>
            </a:r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chemeClr val="bg1"/>
              </a:solidFill>
              <a:latin typeface="Aptos"/>
              <a:ea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C441A2-E49A-68FD-ADA0-29E051E4C592}"/>
                  </a:ext>
                </a:extLst>
              </p:cNvPr>
              <p:cNvSpPr txBox="1"/>
              <p:nvPr/>
            </p:nvSpPr>
            <p:spPr>
              <a:xfrm>
                <a:off x="133733" y="3655296"/>
                <a:ext cx="2151151" cy="194108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|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C441A2-E49A-68FD-ADA0-29E051E4C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33" y="3655296"/>
                <a:ext cx="2151151" cy="1941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619964-1401-F3A9-F244-C173C2969D75}"/>
                  </a:ext>
                </a:extLst>
              </p:cNvPr>
              <p:cNvSpPr txBox="1"/>
              <p:nvPr/>
            </p:nvSpPr>
            <p:spPr>
              <a:xfrm>
                <a:off x="2055300" y="4158222"/>
                <a:ext cx="2934390" cy="94421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Where * is the conjugate of a complex number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𝑏𝑖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𝑏𝑖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619964-1401-F3A9-F244-C173C2969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300" y="4158222"/>
                <a:ext cx="2934390" cy="944216"/>
              </a:xfrm>
              <a:prstGeom prst="rect">
                <a:avLst/>
              </a:prstGeom>
              <a:blipFill>
                <a:blip r:embed="rId5"/>
                <a:stretch>
                  <a:fillRect l="-1245" t="-3226" r="-2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3">
            <a:extLst>
              <a:ext uri="{FF2B5EF4-FFF2-40B4-BE49-F238E27FC236}">
                <a16:creationId xmlns:a16="http://schemas.microsoft.com/office/drawing/2014/main" id="{4393BF3C-E552-687C-12BC-3696587E31C2}"/>
              </a:ext>
            </a:extLst>
          </p:cNvPr>
          <p:cNvSpPr/>
          <p:nvPr/>
        </p:nvSpPr>
        <p:spPr>
          <a:xfrm>
            <a:off x="6096247" y="876429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>
                <a:solidFill>
                  <a:schemeClr val="bg1"/>
                </a:solidFill>
                <a:latin typeface="Aptos"/>
                <a:ea typeface="Inter"/>
              </a:rPr>
              <a:t>Inner and Outer Products:</a:t>
            </a: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Bra vectors and Ket vectors can be combined to form the </a:t>
            </a:r>
            <a:r>
              <a:rPr lang="en-US" sz="1500">
                <a:solidFill>
                  <a:srgbClr val="9184D9"/>
                </a:solidFill>
                <a:latin typeface="Aptos Display"/>
                <a:ea typeface="Inter"/>
              </a:rPr>
              <a:t>Inner Product </a:t>
            </a:r>
            <a:r>
              <a:rPr lang="en-US" sz="1500">
                <a:solidFill>
                  <a:srgbClr val="FFFFFF"/>
                </a:solidFill>
                <a:latin typeface="Aptos"/>
                <a:ea typeface="Inter"/>
              </a:rPr>
              <a:t>and the </a:t>
            </a:r>
            <a:r>
              <a:rPr lang="en-US" sz="1500">
                <a:solidFill>
                  <a:srgbClr val="9184D9"/>
                </a:solidFill>
                <a:latin typeface="Aptos Display"/>
                <a:ea typeface="Inter"/>
              </a:rPr>
              <a:t>Outer Product </a:t>
            </a:r>
            <a:r>
              <a:rPr lang="en-US" sz="1500">
                <a:solidFill>
                  <a:srgbClr val="FFFFFF"/>
                </a:solidFill>
                <a:latin typeface="Aptos"/>
                <a:ea typeface="Inter"/>
              </a:rPr>
              <a:t>of the two states.</a:t>
            </a:r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chemeClr val="bg1"/>
              </a:solidFill>
              <a:latin typeface="Aptos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>
                <a:solidFill>
                  <a:schemeClr val="bg1"/>
                </a:solidFill>
                <a:latin typeface="Aptos"/>
                <a:ea typeface="Inter"/>
              </a:rPr>
              <a:t>Acting on Ket Vectors:</a:t>
            </a: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Operators act on Ket Vectors by matrix multiplication.</a:t>
            </a:r>
          </a:p>
          <a:p>
            <a:pPr defTabSz="609630">
              <a:lnSpc>
                <a:spcPct val="120832"/>
              </a:lnSpc>
            </a:pPr>
            <a:endParaRPr lang="en-US">
              <a:solidFill>
                <a:schemeClr val="bg1"/>
              </a:solidFill>
              <a:latin typeface="Aptos"/>
              <a:ea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BC1CB3-E8A2-87E4-2B7A-F43B4D46F54C}"/>
                  </a:ext>
                </a:extLst>
              </p:cNvPr>
              <p:cNvSpPr txBox="1"/>
              <p:nvPr/>
            </p:nvSpPr>
            <p:spPr>
              <a:xfrm>
                <a:off x="6038007" y="3330964"/>
                <a:ext cx="5033349" cy="1941082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en-US" b="0">
                    <a:solidFill>
                      <a:schemeClr val="bg1"/>
                    </a:solidFill>
                  </a:rPr>
                  <a:t>Inner Product: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i="1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US">
                    <a:solidFill>
                      <a:schemeClr val="bg1"/>
                    </a:solidFill>
                  </a:rPr>
                  <a:t>→   Scalar</a:t>
                </a:r>
              </a:p>
              <a:p>
                <a:endParaRPr lang="en-US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Outer Product: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noProof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noProof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noProof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⟩⟨</m:t>
                    </m:r>
                    <m:r>
                      <a:rPr lang="en-US" b="0" i="1" noProof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noProof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  </a:t>
                </a:r>
                <a:r>
                  <a:rPr lang="en-US">
                    <a:solidFill>
                      <a:schemeClr val="bg1"/>
                    </a:solidFill>
                  </a:rPr>
                  <a:t>→   Matrix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r>
                  <a:rPr lang="en-US">
                    <a:solidFill>
                      <a:schemeClr val="bg1"/>
                    </a:solidFill>
                  </a:rPr>
                  <a:t>Matrix Action on Vectors: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endChr m:val="⟩"/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>
                  <a:solidFill>
                    <a:schemeClr val="bg1"/>
                  </a:solidFill>
                </a:endParaRPr>
              </a:p>
              <a:p>
                <a:endParaRPr lang="en-US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en-US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BC1CB3-E8A2-87E4-2B7A-F43B4D46F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007" y="3330964"/>
                <a:ext cx="5033349" cy="1941082"/>
              </a:xfrm>
              <a:prstGeom prst="rect">
                <a:avLst/>
              </a:prstGeom>
              <a:blipFill>
                <a:blip r:embed="rId6"/>
                <a:stretch>
                  <a:fillRect l="-969" b="-1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13A9E2-E836-F111-BD72-D03E975C942F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|02⟩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13A9E2-E836-F111-BD72-D03E975C9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7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94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791-AF72-7A76-F4AD-BFC02A16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6135E2A-B711-91EC-737D-B7C224B6D6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97049A04-B694-5456-22BF-9062EBE0CF65}"/>
              </a:ext>
            </a:extLst>
          </p:cNvPr>
          <p:cNvSpPr/>
          <p:nvPr/>
        </p:nvSpPr>
        <p:spPr>
          <a:xfrm>
            <a:off x="318145" y="901651"/>
            <a:ext cx="3825743" cy="8103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>
                <a:solidFill>
                  <a:srgbClr val="9184D9"/>
                </a:solidFill>
                <a:latin typeface="+mj-lt"/>
                <a:ea typeface="Inter"/>
              </a:rPr>
              <a:t>Qubits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5B8A6-02A3-2CA8-05D9-8BF2B5AA26BB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895D98-DC37-A1ED-BBCD-6DD841C43E31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895D98-DC37-A1ED-BBCD-6DD841C43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3C6165B0-94DD-8806-4960-DEDA04EA3561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BBABB047-4C7B-8F17-680B-96806B8804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17649A55-6FF7-758F-FCFB-35FB9E7C8FE2}"/>
              </a:ext>
            </a:extLst>
          </p:cNvPr>
          <p:cNvSpPr/>
          <p:nvPr/>
        </p:nvSpPr>
        <p:spPr>
          <a:xfrm>
            <a:off x="453957" y="1714049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Qubits are the quantum analog to classical bits. Rather than existing in only one state 0 or 1, qubits can exist in a combination of the states 0 and 1.</a:t>
            </a:r>
            <a:endParaRPr lang="en-US"/>
          </a:p>
          <a:p>
            <a:pPr defTabSz="609630">
              <a:lnSpc>
                <a:spcPct val="120832"/>
              </a:lnSpc>
            </a:pPr>
            <a:endParaRPr lang="en-US" sz="150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Qubits Exist in 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Hilbert Spaces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 or  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State Spaces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, which are spaces that are spanned by multiple different 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Basis States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. These basis states are ket vectors that can be combined linearly to form any vector within the space.</a:t>
            </a:r>
            <a:endParaRPr lang="en-US" sz="1500">
              <a:solidFill>
                <a:schemeClr val="bg1"/>
              </a:solidFill>
              <a:latin typeface="+mj-lt"/>
              <a:ea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325C7F-4776-E302-9979-6BA2251B4FA0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|03⟩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325C7F-4776-E302-9979-6BA2251B4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7">
            <a:extLst>
              <a:ext uri="{FF2B5EF4-FFF2-40B4-BE49-F238E27FC236}">
                <a16:creationId xmlns:a16="http://schemas.microsoft.com/office/drawing/2014/main" id="{B04255EB-AB52-759C-F65D-EFFFBB8E23B6}"/>
              </a:ext>
            </a:extLst>
          </p:cNvPr>
          <p:cNvSpPr/>
          <p:nvPr/>
        </p:nvSpPr>
        <p:spPr>
          <a:xfrm>
            <a:off x="6460316" y="891621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Hilbert Space</a:t>
            </a:r>
            <a:endParaRPr lang="en-US"/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1C68B280-90B1-D71B-8DA5-B35E92D3C692}"/>
              </a:ext>
            </a:extLst>
          </p:cNvPr>
          <p:cNvSpPr/>
          <p:nvPr/>
        </p:nvSpPr>
        <p:spPr>
          <a:xfrm>
            <a:off x="8728866" y="897437"/>
            <a:ext cx="3287788" cy="1207090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 space that all quantum </a:t>
            </a:r>
          </a:p>
          <a:p>
            <a:pPr algn="ctr"/>
            <a:r>
              <a:rPr lang="en-US" sz="1700"/>
              <a:t>States exist in. They come </a:t>
            </a:r>
          </a:p>
          <a:p>
            <a:pPr algn="ctr"/>
            <a:r>
              <a:rPr lang="en-US" sz="1700"/>
              <a:t>equipped with the Bra vectors, </a:t>
            </a:r>
          </a:p>
          <a:p>
            <a:pPr algn="ctr"/>
            <a:r>
              <a:rPr lang="en-US" sz="1700"/>
              <a:t>Ket vectors, and the inner product</a:t>
            </a: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56B3C3E5-9998-6827-ED23-387950C43741}"/>
              </a:ext>
            </a:extLst>
          </p:cNvPr>
          <p:cNvSpPr/>
          <p:nvPr/>
        </p:nvSpPr>
        <p:spPr>
          <a:xfrm>
            <a:off x="6460316" y="2409804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Basis States</a:t>
            </a:r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1DEF7814-4E3A-62F2-7759-856987E52A56}"/>
              </a:ext>
            </a:extLst>
          </p:cNvPr>
          <p:cNvSpPr/>
          <p:nvPr/>
        </p:nvSpPr>
        <p:spPr>
          <a:xfrm>
            <a:off x="8728866" y="2409804"/>
            <a:ext cx="3287789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Known states that can be </a:t>
            </a:r>
          </a:p>
          <a:p>
            <a:pPr algn="ctr"/>
            <a:r>
              <a:rPr lang="en-US" sz="1700"/>
              <a:t>combined to form any qubit in </a:t>
            </a:r>
          </a:p>
          <a:p>
            <a:pPr algn="ctr"/>
            <a:r>
              <a:rPr lang="en-US" sz="1700"/>
              <a:t>the Hilbert Space. Typically 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|0⟩  and |1⟩ </a:t>
            </a:r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F70EDA8B-6090-CA34-89B7-1AEB6749A18E}"/>
              </a:ext>
            </a:extLst>
          </p:cNvPr>
          <p:cNvSpPr/>
          <p:nvPr/>
        </p:nvSpPr>
        <p:spPr>
          <a:xfrm>
            <a:off x="6460316" y="3922170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Qubit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681FC3EC-E48E-3167-5894-AEECE218E7F8}"/>
              </a:ext>
            </a:extLst>
          </p:cNvPr>
          <p:cNvSpPr/>
          <p:nvPr/>
        </p:nvSpPr>
        <p:spPr>
          <a:xfrm>
            <a:off x="8728865" y="3922170"/>
            <a:ext cx="3287789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Quantum bits that exist as a linear</a:t>
            </a:r>
          </a:p>
          <a:p>
            <a:pPr algn="ctr"/>
            <a:r>
              <a:rPr lang="en-US" sz="1700"/>
              <a:t>Combination of state spaces.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 = a|0⟩ +b|1⟩ such that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|a|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²</a:t>
            </a:r>
            <a:r>
              <a:rPr lang="en-US">
                <a:solidFill>
                  <a:schemeClr val="bg1"/>
                </a:solidFill>
              </a:rPr>
              <a:t> + |b|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²</a:t>
            </a:r>
            <a:r>
              <a:rPr lang="en-US">
                <a:solidFill>
                  <a:schemeClr val="bg1"/>
                </a:solidFill>
              </a:rPr>
              <a:t> = 1</a:t>
            </a:r>
          </a:p>
        </p:txBody>
      </p:sp>
    </p:spTree>
    <p:extLst>
      <p:ext uri="{BB962C8B-B14F-4D97-AF65-F5344CB8AC3E}">
        <p14:creationId xmlns:p14="http://schemas.microsoft.com/office/powerpoint/2010/main" val="181545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8B8A-90B2-2D4D-3C4C-A5027799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5D0608B-FB24-CEC2-B41D-033611BAEE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496D9F23-40FE-0447-FB5B-30B279A9C61F}"/>
              </a:ext>
            </a:extLst>
          </p:cNvPr>
          <p:cNvSpPr/>
          <p:nvPr/>
        </p:nvSpPr>
        <p:spPr>
          <a:xfrm>
            <a:off x="318145" y="901651"/>
            <a:ext cx="3825743" cy="8103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>
                <a:solidFill>
                  <a:srgbClr val="9184D9"/>
                </a:solidFill>
                <a:latin typeface="+mj-lt"/>
                <a:ea typeface="Inter"/>
              </a:rPr>
              <a:t>Quantum Gates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05854-7B73-238D-1A90-C9F8B8350787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51B543-2E97-8E29-AE66-F69C9EABA655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51B543-2E97-8E29-AE66-F69C9EAB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642F6E16-4E97-82F0-D168-A38727FCEDC8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C4D97D52-ECF9-3E8D-8427-8EA093E51D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E3F46315-62AA-F937-6BF4-0326F0A5696B}"/>
              </a:ext>
            </a:extLst>
          </p:cNvPr>
          <p:cNvSpPr/>
          <p:nvPr/>
        </p:nvSpPr>
        <p:spPr>
          <a:xfrm>
            <a:off x="453957" y="1714049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Quantum gates are the building blocks of quantum computation. 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Quantum Gates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 are </a:t>
            </a:r>
            <a:r>
              <a:rPr lang="en-US" sz="1500">
                <a:solidFill>
                  <a:srgbClr val="9184D9"/>
                </a:solidFill>
                <a:latin typeface="+mj-lt"/>
                <a:ea typeface="Inter"/>
              </a:rPr>
              <a:t>Unitary Matrices</a:t>
            </a:r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 that act on quantum states by matrix multiplication.</a:t>
            </a:r>
          </a:p>
          <a:p>
            <a:pPr defTabSz="609630"/>
            <a:endParaRPr lang="en-US" sz="1500">
              <a:solidFill>
                <a:srgbClr val="CFD3E5"/>
              </a:solidFill>
              <a:latin typeface="Aptos Display"/>
              <a:ea typeface="Inter"/>
            </a:endParaRPr>
          </a:p>
          <a:p>
            <a:pPr defTabSz="609630"/>
            <a:r>
              <a:rPr lang="en-US" sz="1500">
                <a:solidFill>
                  <a:srgbClr val="CFD3E5"/>
                </a:solidFill>
                <a:latin typeface="Aptos Display"/>
                <a:ea typeface="Inter"/>
              </a:rPr>
              <a:t>Unitary Matrices are elements of the </a:t>
            </a:r>
            <a:r>
              <a:rPr lang="en-US" sz="1500">
                <a:solidFill>
                  <a:srgbClr val="9184D9"/>
                </a:solidFill>
                <a:latin typeface="Aptos Display"/>
                <a:ea typeface="Inter"/>
              </a:rPr>
              <a:t>Unitary Group</a:t>
            </a:r>
            <a:r>
              <a:rPr lang="en-US" sz="1500">
                <a:solidFill>
                  <a:srgbClr val="CFD3E5"/>
                </a:solidFill>
                <a:latin typeface="Aptos Display"/>
                <a:ea typeface="Inter"/>
              </a:rPr>
              <a:t>, a set of invertible matrices that preserve the magnitude of quantum states.</a:t>
            </a:r>
          </a:p>
          <a:p>
            <a:pPr defTabSz="609630"/>
            <a:endParaRPr lang="en-US" sz="1500">
              <a:solidFill>
                <a:srgbClr val="CFD3E5"/>
              </a:solidFill>
              <a:latin typeface="Aptos Display"/>
              <a:ea typeface="Inter"/>
            </a:endParaRPr>
          </a:p>
          <a:p>
            <a:pPr defTabSz="609630"/>
            <a:r>
              <a:rPr lang="en-US" sz="1500">
                <a:solidFill>
                  <a:srgbClr val="9184D9"/>
                </a:solidFill>
                <a:latin typeface="Aptos Display"/>
              </a:rPr>
              <a:t>Universal Gate Sets </a:t>
            </a:r>
            <a:r>
              <a:rPr lang="en-US" sz="1500">
                <a:solidFill>
                  <a:srgbClr val="CFD3E5"/>
                </a:solidFill>
                <a:latin typeface="Aptos Display"/>
              </a:rPr>
              <a:t>are a collection of Unitary Matrices that can be combined to approximate any element in the Unitary Group.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28A50F-188C-DB8C-8AD9-159FAF06FE87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|04⟩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28A50F-188C-DB8C-8AD9-159FAF06F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7">
            <a:extLst>
              <a:ext uri="{FF2B5EF4-FFF2-40B4-BE49-F238E27FC236}">
                <a16:creationId xmlns:a16="http://schemas.microsoft.com/office/drawing/2014/main" id="{F4F049F2-3E80-589F-D4A9-1021799DAE4E}"/>
              </a:ext>
            </a:extLst>
          </p:cNvPr>
          <p:cNvSpPr/>
          <p:nvPr/>
        </p:nvSpPr>
        <p:spPr>
          <a:xfrm>
            <a:off x="6460316" y="891621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Quantum Gates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CFD5DC77-51C0-5582-4585-5D53F8738FD1}"/>
              </a:ext>
            </a:extLst>
          </p:cNvPr>
          <p:cNvSpPr/>
          <p:nvPr/>
        </p:nvSpPr>
        <p:spPr>
          <a:xfrm>
            <a:off x="8728866" y="897437"/>
            <a:ext cx="3287788" cy="1207090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Matrices that act on Ket Vectors.</a:t>
            </a:r>
          </a:p>
          <a:p>
            <a:pPr algn="ctr"/>
            <a:r>
              <a:rPr lang="en-US" sz="1700"/>
              <a:t>There are many ways to act on ket</a:t>
            </a:r>
          </a:p>
          <a:p>
            <a:pPr algn="ctr"/>
            <a:r>
              <a:rPr lang="en-US" sz="1700"/>
              <a:t>Vectors including rotation, </a:t>
            </a:r>
          </a:p>
          <a:p>
            <a:pPr algn="ctr"/>
            <a:r>
              <a:rPr lang="en-US" sz="1700"/>
              <a:t>reflection or phase shift</a:t>
            </a: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8AE1C09B-C29B-117A-F309-227E181EBFF4}"/>
              </a:ext>
            </a:extLst>
          </p:cNvPr>
          <p:cNvSpPr/>
          <p:nvPr/>
        </p:nvSpPr>
        <p:spPr>
          <a:xfrm>
            <a:off x="6460316" y="2409804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Unitary Matrices</a:t>
            </a:r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3A1E2600-EE86-7012-9E57-4B08501FC8A4}"/>
              </a:ext>
            </a:extLst>
          </p:cNvPr>
          <p:cNvSpPr/>
          <p:nvPr/>
        </p:nvSpPr>
        <p:spPr>
          <a:xfrm>
            <a:off x="8728866" y="2409804"/>
            <a:ext cx="3287789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Unitary Matrices preserve the</a:t>
            </a:r>
          </a:p>
          <a:p>
            <a:pPr algn="ctr"/>
            <a:r>
              <a:rPr lang="en-US" sz="1700"/>
              <a:t>Magnitude of a quantum state.</a:t>
            </a:r>
          </a:p>
          <a:p>
            <a:pPr algn="ctr"/>
            <a:r>
              <a:rPr lang="en-US" sz="1700"/>
              <a:t>|</a:t>
            </a:r>
            <a:r>
              <a:rPr lang="en-US" sz="1700" err="1"/>
              <a:t>A</a:t>
            </a:r>
            <a:r>
              <a:rPr lang="en-US" err="1">
                <a:solidFill>
                  <a:schemeClr val="bg1"/>
                </a:solidFill>
              </a:rPr>
              <a:t>|</a:t>
            </a:r>
            <a:r>
              <a:rPr lang="en-US" i="1" err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⟩| = 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|</a:t>
            </a:r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62B9CB18-F96F-AD06-3E3D-A2AB96D53C06}"/>
              </a:ext>
            </a:extLst>
          </p:cNvPr>
          <p:cNvSpPr/>
          <p:nvPr/>
        </p:nvSpPr>
        <p:spPr>
          <a:xfrm>
            <a:off x="6460316" y="3922170"/>
            <a:ext cx="1804507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Unitary Group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B4604BB7-9E8D-9E36-4EE0-584D753C940E}"/>
              </a:ext>
            </a:extLst>
          </p:cNvPr>
          <p:cNvSpPr/>
          <p:nvPr/>
        </p:nvSpPr>
        <p:spPr>
          <a:xfrm>
            <a:off x="8728865" y="3922170"/>
            <a:ext cx="3287789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There are many unitary matrices </a:t>
            </a:r>
          </a:p>
          <a:p>
            <a:pPr algn="ctr"/>
            <a:r>
              <a:rPr lang="en-US" sz="1700"/>
              <a:t>that interest us, we use a small</a:t>
            </a:r>
          </a:p>
          <a:p>
            <a:pPr algn="ctr"/>
            <a:r>
              <a:rPr lang="en-US" sz="1700"/>
              <a:t>Universal gate set to approximate</a:t>
            </a:r>
          </a:p>
          <a:p>
            <a:pPr algn="ctr"/>
            <a:r>
              <a:rPr lang="en-US" sz="1700"/>
              <a:t>them all.</a:t>
            </a:r>
          </a:p>
        </p:txBody>
      </p:sp>
    </p:spTree>
    <p:extLst>
      <p:ext uri="{BB962C8B-B14F-4D97-AF65-F5344CB8AC3E}">
        <p14:creationId xmlns:p14="http://schemas.microsoft.com/office/powerpoint/2010/main" val="258785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82DD-5904-82FB-2D33-355A54F7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F33474A-DC87-90F2-DEE8-5D72E91667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86566BA5-984B-1BCB-194A-401CCFBD77C3}"/>
              </a:ext>
            </a:extLst>
          </p:cNvPr>
          <p:cNvSpPr/>
          <p:nvPr/>
        </p:nvSpPr>
        <p:spPr>
          <a:xfrm>
            <a:off x="318145" y="901651"/>
            <a:ext cx="5791819" cy="8103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>
                <a:solidFill>
                  <a:srgbClr val="9184D9"/>
                </a:solidFill>
                <a:latin typeface="+mj-lt"/>
                <a:ea typeface="Inter"/>
              </a:rPr>
              <a:t>Measuring Quantum States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8DBA9-6489-010C-0ED4-A0555FFA9D27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AA41D5-ACBA-AD14-1162-AE4C9D0BCC06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AA41D5-ACBA-AD14-1162-AE4C9D0BC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6E07E76A-6F55-0969-984E-87D909A94AA8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F7670C9D-8835-0BB3-E871-D890B7B259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7932E648-8E10-56B4-4F98-DF3CA239725C}"/>
              </a:ext>
            </a:extLst>
          </p:cNvPr>
          <p:cNvSpPr/>
          <p:nvPr/>
        </p:nvSpPr>
        <p:spPr>
          <a:xfrm>
            <a:off x="453957" y="1714049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 sz="1500">
                <a:solidFill>
                  <a:srgbClr val="CFD3E5"/>
                </a:solidFill>
                <a:latin typeface="+mj-lt"/>
                <a:ea typeface="Inter"/>
              </a:rPr>
              <a:t>Quantum states are measured via the inner product. Recall that the inner product of two states is a real number. This number correlates to the probability that the Ket vector is in the same state as the Bra vector. </a:t>
            </a:r>
          </a:p>
          <a:p>
            <a:pPr defTabSz="609630"/>
            <a:endParaRPr lang="en-US" sz="1500">
              <a:solidFill>
                <a:srgbClr val="CFD3E5"/>
              </a:solidFill>
              <a:latin typeface="Aptos Display"/>
              <a:ea typeface="Inter"/>
            </a:endParaRPr>
          </a:p>
          <a:p>
            <a:pPr defTabSz="609630"/>
            <a:r>
              <a:rPr lang="en-US" sz="1500">
                <a:solidFill>
                  <a:srgbClr val="CFD3E5"/>
                </a:solidFill>
                <a:latin typeface="Aptos Display"/>
                <a:ea typeface="Inter"/>
              </a:rPr>
              <a:t>For a single q</a:t>
            </a:r>
            <a:r>
              <a:rPr lang="en-US" sz="1500">
                <a:solidFill>
                  <a:srgbClr val="CFD3E5"/>
                </a:solidFill>
                <a:latin typeface="Aptos"/>
                <a:ea typeface="Inter"/>
              </a:rPr>
              <a:t>ubit </a:t>
            </a:r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|</a:t>
            </a:r>
            <a:r>
              <a:rPr lang="en-US" sz="1500" i="1">
                <a:solidFill>
                  <a:schemeClr val="bg1"/>
                </a:solidFill>
                <a:latin typeface="Aptos"/>
                <a:ea typeface="Inter"/>
              </a:rPr>
              <a:t>ψ</a:t>
            </a:r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⟩ = a|0⟩ +b|1⟩,  the probability that |</a:t>
            </a:r>
            <a:r>
              <a:rPr lang="en-US" sz="1500" i="1">
                <a:solidFill>
                  <a:schemeClr val="bg1"/>
                </a:solidFill>
                <a:latin typeface="Aptos"/>
                <a:ea typeface="Inter"/>
              </a:rPr>
              <a:t>ψ</a:t>
            </a:r>
            <a:r>
              <a:rPr lang="en-US" sz="1500">
                <a:solidFill>
                  <a:schemeClr val="bg1"/>
                </a:solidFill>
                <a:latin typeface="Aptos"/>
                <a:ea typeface="Inter"/>
              </a:rPr>
              <a:t>⟩ is in state |0⟩ is |a|</a:t>
            </a:r>
            <a:r>
              <a:rPr lang="en-US">
                <a:solidFill>
                  <a:schemeClr val="bg1"/>
                </a:solidFill>
                <a:latin typeface="Aptos"/>
                <a:ea typeface="Inter"/>
              </a:rPr>
              <a:t>².</a:t>
            </a:r>
          </a:p>
          <a:p>
            <a:pPr defTabSz="609630"/>
            <a:endParaRPr lang="en-US" sz="1500">
              <a:solidFill>
                <a:srgbClr val="CFD3E5"/>
              </a:solidFill>
              <a:latin typeface="Aptos Display"/>
              <a:ea typeface="Inter"/>
            </a:endParaRPr>
          </a:p>
          <a:p>
            <a:pPr defTabSz="609630"/>
            <a:r>
              <a:rPr lang="en-US" sz="1500">
                <a:solidFill>
                  <a:srgbClr val="CFD3E5"/>
                </a:solidFill>
                <a:latin typeface="Aptos Display"/>
                <a:ea typeface="Inter"/>
              </a:rPr>
              <a:t>Multiple qubits can be measured simultaneously via the </a:t>
            </a:r>
            <a:r>
              <a:rPr lang="en-US" sz="1500">
                <a:solidFill>
                  <a:srgbClr val="9184D9"/>
                </a:solidFill>
                <a:latin typeface="Aptos Display"/>
                <a:ea typeface="Inter"/>
              </a:rPr>
              <a:t>Tensor Product</a:t>
            </a:r>
            <a:r>
              <a:rPr lang="en-US" sz="1500">
                <a:solidFill>
                  <a:srgbClr val="CFD3E5"/>
                </a:solidFill>
                <a:latin typeface="Aptos Display"/>
                <a:ea typeface="Inter"/>
              </a:rPr>
              <a:t>. The tensor product of the qubits combines them into one larger state.</a:t>
            </a:r>
          </a:p>
          <a:p>
            <a:pPr defTabSz="609630"/>
            <a:endParaRPr lang="en-US" sz="1500">
              <a:solidFill>
                <a:srgbClr val="CFD3E5"/>
              </a:solidFill>
              <a:latin typeface="Aptos Display"/>
              <a:ea typeface="Inter"/>
            </a:endParaRPr>
          </a:p>
          <a:p>
            <a:pPr defTabSz="609630"/>
            <a:r>
              <a:rPr lang="en-US" sz="1500">
                <a:solidFill>
                  <a:srgbClr val="CFD3E5"/>
                </a:solidFill>
                <a:latin typeface="Aptos Display"/>
                <a:ea typeface="Inter"/>
                <a:cs typeface="+mn-lt"/>
              </a:rPr>
              <a:t>State </a:t>
            </a:r>
            <a:r>
              <a:rPr lang="en-US" sz="1500">
                <a:solidFill>
                  <a:srgbClr val="FFFFFF"/>
                </a:solidFill>
                <a:latin typeface="Aptos"/>
                <a:ea typeface="Inter"/>
                <a:cs typeface="+mn-lt"/>
              </a:rPr>
              <a:t>|0⟩ and state |1⟩ can be combined via the tensor product into |0⟩⊗|1⟩  or more simply |01⟩.</a:t>
            </a:r>
            <a:endParaRPr lang="en-US" sz="1200">
              <a:solidFill>
                <a:srgbClr val="FFFFFF"/>
              </a:solidFill>
              <a:ea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15573A-48D7-C3F9-4C41-3543B7D8879C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|05⟩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15573A-48D7-C3F9-4C41-3543B7D88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7">
            <a:extLst>
              <a:ext uri="{FF2B5EF4-FFF2-40B4-BE49-F238E27FC236}">
                <a16:creationId xmlns:a16="http://schemas.microsoft.com/office/drawing/2014/main" id="{C0FEFECA-5CC0-ABF0-D394-C7FE255C064F}"/>
              </a:ext>
            </a:extLst>
          </p:cNvPr>
          <p:cNvSpPr/>
          <p:nvPr/>
        </p:nvSpPr>
        <p:spPr>
          <a:xfrm>
            <a:off x="7251400" y="1025407"/>
            <a:ext cx="4334810" cy="1096571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Aptos Display"/>
              </a:rPr>
              <a:t>Consider the State: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 = a|00⟩ +b|11⟩</a:t>
            </a:r>
          </a:p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12078A-F37A-7C08-5F9D-CE16DAB2ABF5}"/>
              </a:ext>
            </a:extLst>
          </p:cNvPr>
          <p:cNvSpPr/>
          <p:nvPr/>
        </p:nvSpPr>
        <p:spPr>
          <a:xfrm>
            <a:off x="7251399" y="2438887"/>
            <a:ext cx="4334810" cy="1090755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Aptos"/>
              </a:rPr>
              <a:t>|</a:t>
            </a:r>
            <a:r>
              <a:rPr lang="en-US" i="1">
                <a:solidFill>
                  <a:schemeClr val="bg1"/>
                </a:solidFill>
                <a:latin typeface="Aptos"/>
              </a:rPr>
              <a:t>ψ</a:t>
            </a:r>
            <a:r>
              <a:rPr lang="en-US">
                <a:solidFill>
                  <a:schemeClr val="bg1"/>
                </a:solidFill>
                <a:latin typeface="Aptos"/>
              </a:rPr>
              <a:t>⟩ can collapse to 4 possible states: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|00⟩, |01⟩, |10⟩, |11⟩</a:t>
            </a:r>
          </a:p>
          <a:p>
            <a:pPr algn="ctr"/>
            <a:endParaRPr lang="en-US" sz="1700"/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F0001832-7897-74B3-49CA-542C11022EC0}"/>
              </a:ext>
            </a:extLst>
          </p:cNvPr>
          <p:cNvSpPr/>
          <p:nvPr/>
        </p:nvSpPr>
        <p:spPr>
          <a:xfrm>
            <a:off x="7088527" y="3736031"/>
            <a:ext cx="2246582" cy="1090755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 probability that </a:t>
            </a:r>
            <a:r>
              <a:rPr lang="en-US" sz="1700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 is in state |00⟩ is: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⟨00</a:t>
            </a:r>
            <a:r>
              <a:rPr lang="en-US" i="1">
                <a:solidFill>
                  <a:schemeClr val="bg1"/>
                </a:solidFill>
              </a:rPr>
              <a:t>|ψ</a:t>
            </a:r>
            <a:r>
              <a:rPr lang="en-US">
                <a:solidFill>
                  <a:schemeClr val="bg1"/>
                </a:solidFill>
              </a:rPr>
              <a:t>⟩ = |a|²</a:t>
            </a:r>
          </a:p>
          <a:p>
            <a:pPr algn="ctr"/>
            <a:endParaRPr lang="en-US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82F4F9FD-DCAD-E9ED-5880-6DDB0700CCB9}"/>
              </a:ext>
            </a:extLst>
          </p:cNvPr>
          <p:cNvSpPr/>
          <p:nvPr/>
        </p:nvSpPr>
        <p:spPr>
          <a:xfrm>
            <a:off x="9630465" y="3736030"/>
            <a:ext cx="2246582" cy="1090755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 probability that </a:t>
            </a:r>
            <a:r>
              <a:rPr lang="en-US" sz="1700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 is in state |01⟩ is: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⟨01</a:t>
            </a:r>
            <a:r>
              <a:rPr lang="en-US" i="1">
                <a:solidFill>
                  <a:schemeClr val="bg1"/>
                </a:solidFill>
              </a:rPr>
              <a:t>|ψ</a:t>
            </a:r>
            <a:r>
              <a:rPr lang="en-US">
                <a:solidFill>
                  <a:schemeClr val="bg1"/>
                </a:solidFill>
              </a:rPr>
              <a:t>⟩ = 0</a:t>
            </a:r>
          </a:p>
          <a:p>
            <a:pPr algn="ctr"/>
            <a:endParaRPr lang="en-US"/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CDA5C548-7CBC-A34C-35E4-C3BBF3BD9757}"/>
              </a:ext>
            </a:extLst>
          </p:cNvPr>
          <p:cNvSpPr/>
          <p:nvPr/>
        </p:nvSpPr>
        <p:spPr>
          <a:xfrm>
            <a:off x="7088527" y="4951741"/>
            <a:ext cx="2246582" cy="1090755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 probability that </a:t>
            </a:r>
            <a:r>
              <a:rPr lang="en-US" sz="1700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 is in state |10⟩ is: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⟨10</a:t>
            </a:r>
            <a:r>
              <a:rPr lang="en-US" i="1">
                <a:solidFill>
                  <a:schemeClr val="bg1"/>
                </a:solidFill>
              </a:rPr>
              <a:t>|ψ</a:t>
            </a:r>
            <a:r>
              <a:rPr lang="en-US">
                <a:solidFill>
                  <a:schemeClr val="bg1"/>
                </a:solidFill>
              </a:rPr>
              <a:t>⟩ = 0</a:t>
            </a:r>
          </a:p>
          <a:p>
            <a:pPr algn="ctr"/>
            <a:endParaRPr lang="en-US"/>
          </a:p>
        </p:txBody>
      </p:sp>
      <p:sp>
        <p:nvSpPr>
          <p:cNvPr id="18" name="Oval 7">
            <a:extLst>
              <a:ext uri="{FF2B5EF4-FFF2-40B4-BE49-F238E27FC236}">
                <a16:creationId xmlns:a16="http://schemas.microsoft.com/office/drawing/2014/main" id="{B7ADA0F8-0AA3-17B2-7673-E4D903156B56}"/>
              </a:ext>
            </a:extLst>
          </p:cNvPr>
          <p:cNvSpPr/>
          <p:nvPr/>
        </p:nvSpPr>
        <p:spPr>
          <a:xfrm>
            <a:off x="9630465" y="4951740"/>
            <a:ext cx="2246582" cy="1090755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/>
              <a:t>The probability that </a:t>
            </a:r>
            <a:r>
              <a:rPr lang="en-US" sz="1700">
                <a:solidFill>
                  <a:schemeClr val="bg1"/>
                </a:solidFill>
              </a:rPr>
              <a:t>|</a:t>
            </a:r>
            <a:r>
              <a:rPr lang="en-US" i="1">
                <a:solidFill>
                  <a:schemeClr val="bg1"/>
                </a:solidFill>
              </a:rPr>
              <a:t>ψ</a:t>
            </a:r>
            <a:r>
              <a:rPr lang="en-US">
                <a:solidFill>
                  <a:schemeClr val="bg1"/>
                </a:solidFill>
              </a:rPr>
              <a:t>⟩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 is in state |11⟩ is: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⟨11</a:t>
            </a:r>
            <a:r>
              <a:rPr lang="en-US" i="1">
                <a:solidFill>
                  <a:schemeClr val="bg1"/>
                </a:solidFill>
              </a:rPr>
              <a:t>|ψ</a:t>
            </a:r>
            <a:r>
              <a:rPr lang="en-US">
                <a:solidFill>
                  <a:schemeClr val="bg1"/>
                </a:solidFill>
              </a:rPr>
              <a:t>⟩ = |b|²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481C657F9FD4CB305AF5182EF1539" ma:contentTypeVersion="3" ma:contentTypeDescription="Create a new document." ma:contentTypeScope="" ma:versionID="2a0445a79f4cdd6b23faa49dd7b2aee4">
  <xsd:schema xmlns:xsd="http://www.w3.org/2001/XMLSchema" xmlns:xs="http://www.w3.org/2001/XMLSchema" xmlns:p="http://schemas.microsoft.com/office/2006/metadata/properties" xmlns:ns2="89ee4562-f241-4d14-8dd6-380d725f8eb7" targetNamespace="http://schemas.microsoft.com/office/2006/metadata/properties" ma:root="true" ma:fieldsID="5eaee1709a1781d06a98b7b54d8e9d3f" ns2:_="">
    <xsd:import namespace="89ee4562-f241-4d14-8dd6-380d725f8e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e4562-f241-4d14-8dd6-380d725f8e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C00A9D-9FBD-4E1A-8898-92A5BFA240F1}">
  <ds:schemaRefs>
    <ds:schemaRef ds:uri="89ee4562-f241-4d14-8dd6-380d725f8e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97177F-77DF-4134-A73D-6FBD7EA409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CB73EE-BD95-4510-A920-829134CDC668}">
  <ds:schemaRefs>
    <ds:schemaRef ds:uri="89ee4562-f241-4d14-8dd6-380d725f8e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Shlok Chatterjee</dc:creator>
  <cp:revision>1</cp:revision>
  <dcterms:created xsi:type="dcterms:W3CDTF">2026-08-31T17:33:04Z</dcterms:created>
  <dcterms:modified xsi:type="dcterms:W3CDTF">2026-09-09T21:51:24Z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0x010100962481C657F9FD4CB305AF5182EF1539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{"FileActivityType":"9","FileActivityTimeStamp":"2026-08-31T17:33:17.000Z","FileActivityUsersOnPage":[{"DisplayName":"Shlok Chatterjee","Id":"szc0292@auburn.edu"},{"DisplayName":"Jack Elsea","Id":"jwe0023@auburn.edu"}],"FileActivityNavigationId":null}</vt:lpwstr>
  </property>
  <property fmtid="{D5CDD505-2E9C-101B-9397-08002B2CF9AE}" pid="6" name="TriggerFlowInfo">
    <vt:lpwstr/>
  </property>
</Properties>
</file>